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71" r:id="rId7"/>
    <p:sldId id="261" r:id="rId8"/>
    <p:sldId id="262" r:id="rId9"/>
    <p:sldId id="264" r:id="rId10"/>
    <p:sldId id="265" r:id="rId11"/>
    <p:sldId id="266" r:id="rId12"/>
    <p:sldId id="267" r:id="rId13"/>
    <p:sldId id="268" r:id="rId14"/>
    <p:sldId id="272" r:id="rId15"/>
    <p:sldId id="273" r:id="rId16"/>
    <p:sldId id="269" r:id="rId17"/>
    <p:sldId id="270" r:id="rId18"/>
  </p:sldIdLst>
  <p:sldSz cx="9144000" cy="5143500" type="screen16x9"/>
  <p:notesSz cx="6797675" cy="9926638"/>
  <p:defaultTextStyle>
    <a:defPPr lvl="0">
      <a:defRPr lang="en-US"/>
    </a:defPPr>
    <a:lvl1pPr marL="0" lvl="0" algn="l" defTabSz="457200" rtl="0" eaLnBrk="1" latinLnBrk="0" hangingPunct="1">
      <a:defRPr sz="1800" kern="1200">
        <a:solidFill>
          <a:schemeClr val="tx1"/>
        </a:solidFill>
        <a:latin typeface="+mn-lt"/>
        <a:ea typeface="+mn-ea"/>
        <a:cs typeface="+mn-cs"/>
      </a:defRPr>
    </a:lvl1pPr>
    <a:lvl2pPr marL="457200" lvl="1" algn="l" defTabSz="457200" rtl="0" eaLnBrk="1" latinLnBrk="0" hangingPunct="1">
      <a:defRPr sz="1800" kern="1200">
        <a:solidFill>
          <a:schemeClr val="tx1"/>
        </a:solidFill>
        <a:latin typeface="+mn-lt"/>
        <a:ea typeface="+mn-ea"/>
        <a:cs typeface="+mn-cs"/>
      </a:defRPr>
    </a:lvl2pPr>
    <a:lvl3pPr marL="914400" lvl="2" algn="l" defTabSz="457200" rtl="0" eaLnBrk="1" latinLnBrk="0" hangingPunct="1">
      <a:defRPr sz="1800" kern="1200">
        <a:solidFill>
          <a:schemeClr val="tx1"/>
        </a:solidFill>
        <a:latin typeface="+mn-lt"/>
        <a:ea typeface="+mn-ea"/>
        <a:cs typeface="+mn-cs"/>
      </a:defRPr>
    </a:lvl3pPr>
    <a:lvl4pPr marL="1371600" lvl="3" algn="l" defTabSz="457200" rtl="0" eaLnBrk="1" latinLnBrk="0" hangingPunct="1">
      <a:defRPr sz="1800" kern="1200">
        <a:solidFill>
          <a:schemeClr val="tx1"/>
        </a:solidFill>
        <a:latin typeface="+mn-lt"/>
        <a:ea typeface="+mn-ea"/>
        <a:cs typeface="+mn-cs"/>
      </a:defRPr>
    </a:lvl4pPr>
    <a:lvl5pPr marL="1828800" lvl="4" algn="l" defTabSz="457200" rtl="0" eaLnBrk="1" latinLnBrk="0" hangingPunct="1">
      <a:defRPr sz="1800" kern="1200">
        <a:solidFill>
          <a:schemeClr val="tx1"/>
        </a:solidFill>
        <a:latin typeface="+mn-lt"/>
        <a:ea typeface="+mn-ea"/>
        <a:cs typeface="+mn-cs"/>
      </a:defRPr>
    </a:lvl5pPr>
    <a:lvl6pPr marL="2286000" lvl="5" algn="l" defTabSz="457200" rtl="0" eaLnBrk="1" latinLnBrk="0" hangingPunct="1">
      <a:defRPr sz="1800" kern="1200">
        <a:solidFill>
          <a:schemeClr val="tx1"/>
        </a:solidFill>
        <a:latin typeface="+mn-lt"/>
        <a:ea typeface="+mn-ea"/>
        <a:cs typeface="+mn-cs"/>
      </a:defRPr>
    </a:lvl6pPr>
    <a:lvl7pPr marL="2743200" lvl="6" algn="l" defTabSz="457200" rtl="0" eaLnBrk="1" latinLnBrk="0" hangingPunct="1">
      <a:defRPr sz="1800" kern="1200">
        <a:solidFill>
          <a:schemeClr val="tx1"/>
        </a:solidFill>
        <a:latin typeface="+mn-lt"/>
        <a:ea typeface="+mn-ea"/>
        <a:cs typeface="+mn-cs"/>
      </a:defRPr>
    </a:lvl7pPr>
    <a:lvl8pPr marL="3200400" lvl="7" algn="l" defTabSz="457200" rtl="0" eaLnBrk="1" latinLnBrk="0" hangingPunct="1">
      <a:defRPr sz="1800" kern="1200">
        <a:solidFill>
          <a:schemeClr val="tx1"/>
        </a:solidFill>
        <a:latin typeface="+mn-lt"/>
        <a:ea typeface="+mn-ea"/>
        <a:cs typeface="+mn-cs"/>
      </a:defRPr>
    </a:lvl8pPr>
    <a:lvl9pPr marL="3657600" lvl="8"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5300"/>
          </a:xfrm>
          <a:prstGeom prst="rect">
            <a:avLst/>
          </a:prstGeom>
        </p:spPr>
        <p:txBody>
          <a:bodyPr vert="horz" lIns="95571" tIns="47786" rIns="95571" bIns="47786" rtlCol="0"/>
          <a:lstStyle>
            <a:lvl1pPr algn="l" eaLnBrk="1" fontAlgn="auto" hangingPunct="1">
              <a:spcBef>
                <a:spcPts val="0"/>
              </a:spcBef>
              <a:spcAft>
                <a:spcPts val="0"/>
              </a:spcAft>
              <a:defRPr sz="1300">
                <a:latin typeface="+mn-lt"/>
                <a:cs typeface="+mn-cs"/>
              </a:defRPr>
            </a:lvl1pPr>
            <a:extLst/>
          </a:lstStyle>
          <a:p>
            <a:pPr>
              <a:defRPr/>
            </a:pPr>
            <a:endParaRPr lang="en-US"/>
          </a:p>
        </p:txBody>
      </p:sp>
      <p:sp>
        <p:nvSpPr>
          <p:cNvPr id="3" name="Date Placeholder 2"/>
          <p:cNvSpPr>
            <a:spLocks noGrp="1"/>
          </p:cNvSpPr>
          <p:nvPr>
            <p:ph type="dt" idx="1"/>
          </p:nvPr>
        </p:nvSpPr>
        <p:spPr>
          <a:xfrm>
            <a:off x="3849688" y="0"/>
            <a:ext cx="2946400" cy="495300"/>
          </a:xfrm>
          <a:prstGeom prst="rect">
            <a:avLst/>
          </a:prstGeom>
        </p:spPr>
        <p:txBody>
          <a:bodyPr vert="horz" lIns="95571" tIns="47786" rIns="95571" bIns="47786" rtlCol="0"/>
          <a:lstStyle>
            <a:lvl1pPr algn="r" eaLnBrk="1" fontAlgn="auto" hangingPunct="1">
              <a:spcBef>
                <a:spcPts val="0"/>
              </a:spcBef>
              <a:spcAft>
                <a:spcPts val="0"/>
              </a:spcAft>
              <a:defRPr sz="1300">
                <a:latin typeface="+mn-lt"/>
                <a:cs typeface="+mn-cs"/>
              </a:defRPr>
            </a:lvl1pPr>
            <a:extLst/>
          </a:lstStyle>
          <a:p>
            <a:pPr>
              <a:defRPr/>
            </a:pPr>
            <a:fld id="{061F6FC2-9645-479A-A309-27B8F5654211}" type="datetimeFigureOut">
              <a:rPr lang="en-US"/>
              <a:pPr>
                <a:defRPr/>
              </a:pPr>
              <a:t>6/2/2025</a:t>
            </a:fld>
            <a:endParaRPr lang="en-US" dirty="0"/>
          </a:p>
        </p:txBody>
      </p:sp>
      <p:sp>
        <p:nvSpPr>
          <p:cNvPr id="4" name="Slide Image Placeholder 3"/>
          <p:cNvSpPr>
            <a:spLocks noGrp="1" noRot="1" noChangeAspect="1"/>
          </p:cNvSpPr>
          <p:nvPr>
            <p:ph type="sldImg" idx="2"/>
          </p:nvPr>
        </p:nvSpPr>
        <p:spPr>
          <a:xfrm>
            <a:off x="92075" y="746125"/>
            <a:ext cx="6613525" cy="3721100"/>
          </a:xfrm>
          <a:prstGeom prst="rect">
            <a:avLst/>
          </a:prstGeom>
          <a:noFill/>
          <a:ln w="12700">
            <a:solidFill>
              <a:prstClr val="black"/>
            </a:solidFill>
          </a:ln>
        </p:spPr>
        <p:txBody>
          <a:bodyPr vert="horz" lIns="95571" tIns="47786" rIns="95571" bIns="47786" rtlCol="0" anchor="ctr"/>
          <a:lstStyle/>
          <a:p>
            <a:pPr lvl="0"/>
            <a:endParaRPr lang="en-US" noProof="0" dirty="0"/>
          </a:p>
        </p:txBody>
      </p:sp>
      <p:sp>
        <p:nvSpPr>
          <p:cNvPr id="5" name="Notes Placeholder 4"/>
          <p:cNvSpPr>
            <a:spLocks noGrp="1"/>
          </p:cNvSpPr>
          <p:nvPr>
            <p:ph type="body" sz="quarter" idx="3"/>
          </p:nvPr>
        </p:nvSpPr>
        <p:spPr>
          <a:xfrm>
            <a:off x="679450" y="4714875"/>
            <a:ext cx="5438775" cy="4465638"/>
          </a:xfrm>
          <a:prstGeom prst="rect">
            <a:avLst/>
          </a:prstGeom>
        </p:spPr>
        <p:txBody>
          <a:bodyPr vert="horz" lIns="95571" tIns="47786" rIns="95571" bIns="47786"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429750"/>
            <a:ext cx="2946400" cy="495300"/>
          </a:xfrm>
          <a:prstGeom prst="rect">
            <a:avLst/>
          </a:prstGeom>
        </p:spPr>
        <p:txBody>
          <a:bodyPr vert="horz" lIns="95571" tIns="47786" rIns="95571" bIns="47786" rtlCol="0" anchor="b"/>
          <a:lstStyle>
            <a:lvl1pPr algn="l" eaLnBrk="1" fontAlgn="auto" hangingPunct="1">
              <a:spcBef>
                <a:spcPts val="0"/>
              </a:spcBef>
              <a:spcAft>
                <a:spcPts val="0"/>
              </a:spcAft>
              <a:defRPr sz="1300">
                <a:latin typeface="+mn-lt"/>
                <a:cs typeface="+mn-cs"/>
              </a:defRPr>
            </a:lvl1pPr>
            <a:extLst/>
          </a:lstStyle>
          <a:p>
            <a:pPr>
              <a:defRPr/>
            </a:pPr>
            <a:endParaRPr lang="en-US"/>
          </a:p>
        </p:txBody>
      </p:sp>
      <p:sp>
        <p:nvSpPr>
          <p:cNvPr id="7" name="Slide Number Placeholder 6"/>
          <p:cNvSpPr>
            <a:spLocks noGrp="1"/>
          </p:cNvSpPr>
          <p:nvPr>
            <p:ph type="sldNum" sz="quarter" idx="5"/>
          </p:nvPr>
        </p:nvSpPr>
        <p:spPr>
          <a:xfrm>
            <a:off x="3849688" y="9429750"/>
            <a:ext cx="2946400" cy="495300"/>
          </a:xfrm>
          <a:prstGeom prst="rect">
            <a:avLst/>
          </a:prstGeom>
        </p:spPr>
        <p:txBody>
          <a:bodyPr vert="horz" wrap="square" lIns="95571" tIns="47786" rIns="95571" bIns="47786" numCol="1" anchor="b" anchorCtr="0" compatLnSpc="1">
            <a:prstTxWarp prst="textNoShape">
              <a:avLst/>
            </a:prstTxWarp>
          </a:bodyPr>
          <a:lstStyle>
            <a:lvl1pPr algn="r" eaLnBrk="1" hangingPunct="1">
              <a:defRPr sz="1300" smtClean="0">
                <a:latin typeface="Calibri" pitchFamily="34" charset="0"/>
              </a:defRPr>
            </a:lvl1pPr>
          </a:lstStyle>
          <a:p>
            <a:pPr>
              <a:defRPr/>
            </a:pPr>
            <a:fld id="{F2D8CC3F-ADB2-4AF7-880C-111F7E6C7FE6}" type="slidenum">
              <a:rPr lang="en-US" altLang="en-US"/>
              <a:pPr>
                <a:defRPr/>
              </a:pPr>
              <a:t>‹#›</a:t>
            </a:fld>
            <a:endParaRPr lang="en-US" altLang="en-US"/>
          </a:p>
        </p:txBody>
      </p:sp>
    </p:spTree>
    <p:extLst>
      <p:ext uri="{BB962C8B-B14F-4D97-AF65-F5344CB8AC3E}">
        <p14:creationId xmlns:p14="http://schemas.microsoft.com/office/powerpoint/2010/main" val="273026457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F2D8CC3F-ADB2-4AF7-880C-111F7E6C7FE6}" type="slidenum">
              <a:rPr lang="en-US" altLang="en-US" smtClean="0"/>
              <a:pPr>
                <a:defRPr/>
              </a:pPr>
              <a:t>9</a:t>
            </a:fld>
            <a:endParaRPr lang="en-US" altLang="en-US"/>
          </a:p>
        </p:txBody>
      </p:sp>
    </p:spTree>
    <p:extLst>
      <p:ext uri="{BB962C8B-B14F-4D97-AF65-F5344CB8AC3E}">
        <p14:creationId xmlns:p14="http://schemas.microsoft.com/office/powerpoint/2010/main" val="1080369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2914650"/>
            <a:ext cx="6858000" cy="74295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3843338"/>
            <a:ext cx="6858000" cy="40005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4766310"/>
            <a:ext cx="2286000" cy="274320"/>
          </a:xfrm>
        </p:spPr>
        <p:txBody>
          <a:bodyPr/>
          <a:lstStyle>
            <a:lvl1pPr>
              <a:defRPr sz="1400"/>
            </a:lvl1pPr>
          </a:lstStyle>
          <a:p>
            <a:pPr>
              <a:defRPr/>
            </a:pPr>
            <a:fld id="{300A36F1-29AC-4586-BF3B-17EC5131BBA8}" type="datetime3">
              <a:rPr lang="en-US" smtClean="0"/>
              <a:t>2 June 2025</a:t>
            </a:fld>
            <a:endParaRPr lang="en-US" dirty="0"/>
          </a:p>
        </p:txBody>
      </p:sp>
      <p:sp>
        <p:nvSpPr>
          <p:cNvPr id="17" name="Footer Placeholder 16"/>
          <p:cNvSpPr>
            <a:spLocks noGrp="1"/>
          </p:cNvSpPr>
          <p:nvPr>
            <p:ph type="ftr" sz="quarter" idx="11"/>
          </p:nvPr>
        </p:nvSpPr>
        <p:spPr>
          <a:xfrm>
            <a:off x="2898648" y="4766310"/>
            <a:ext cx="3474720" cy="274320"/>
          </a:xfrm>
        </p:spPr>
        <p:txBody>
          <a:bodyPr/>
          <a:lstStyle/>
          <a:p>
            <a:pPr>
              <a:defRPr/>
            </a:pPr>
            <a:endParaRPr lang="en-US" dirty="0"/>
          </a:p>
        </p:txBody>
      </p:sp>
      <p:sp>
        <p:nvSpPr>
          <p:cNvPr id="29" name="Slide Number Placeholder 28"/>
          <p:cNvSpPr>
            <a:spLocks noGrp="1"/>
          </p:cNvSpPr>
          <p:nvPr>
            <p:ph type="sldNum" sz="quarter" idx="12"/>
          </p:nvPr>
        </p:nvSpPr>
        <p:spPr>
          <a:xfrm>
            <a:off x="1216152" y="4766310"/>
            <a:ext cx="1219200" cy="274320"/>
          </a:xfrm>
        </p:spPr>
        <p:txBody>
          <a:bodyPr/>
          <a:lstStyle/>
          <a:p>
            <a:pPr>
              <a:defRPr/>
            </a:pPr>
            <a:fld id="{C0A8E10E-36D1-42AB-939C-34BEB33CD9E4}" type="slidenum">
              <a:rPr lang="en-US" altLang="en-US" smtClean="0"/>
              <a:pPr>
                <a:defRPr/>
              </a:pPr>
              <a:t>‹#›</a:t>
            </a:fld>
            <a:endParaRPr lang="en-US" altLang="en-US"/>
          </a:p>
        </p:txBody>
      </p:sp>
      <p:sp>
        <p:nvSpPr>
          <p:cNvPr id="21" name="Rectangle 20"/>
          <p:cNvSpPr/>
          <p:nvPr/>
        </p:nvSpPr>
        <p:spPr>
          <a:xfrm>
            <a:off x="904875" y="2736056"/>
            <a:ext cx="7315200" cy="96012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3786188"/>
            <a:ext cx="7315200" cy="51435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2736056"/>
            <a:ext cx="228600" cy="96012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3786188"/>
            <a:ext cx="228600" cy="51435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a:defRPr/>
            </a:pPr>
            <a:fld id="{6EA5C081-D126-489C-95A8-ED4F74BD23F7}" type="datetime3">
              <a:rPr lang="en-US" smtClean="0"/>
              <a:t>2 June 2025</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0E14ABD8-B1EB-4C07-9937-C8C4E38BDF00}" type="slidenum">
              <a:rPr lang="en-US" altLang="en-US" smtClean="0"/>
              <a:pPr>
                <a:defRPr/>
              </a:pPr>
              <a:t>‹#›</a:t>
            </a:fld>
            <a:endParaRPr lang="en-US" altLang="en-US"/>
          </a:p>
        </p:txBody>
      </p:sp>
      <p:sp>
        <p:nvSpPr>
          <p:cNvPr id="8" name="Content Placeholder 7"/>
          <p:cNvSpPr>
            <a:spLocks noGrp="1"/>
          </p:cNvSpPr>
          <p:nvPr>
            <p:ph sz="quarter" idx="1"/>
          </p:nvPr>
        </p:nvSpPr>
        <p:spPr>
          <a:xfrm>
            <a:off x="457200" y="914400"/>
            <a:ext cx="8229600" cy="370332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9200" y="2228850"/>
            <a:ext cx="6858000" cy="8001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3200400"/>
            <a:ext cx="6781800" cy="85725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4766310"/>
            <a:ext cx="2286000" cy="274320"/>
          </a:xfrm>
        </p:spPr>
        <p:txBody>
          <a:bodyPr/>
          <a:lstStyle/>
          <a:p>
            <a:pPr>
              <a:defRPr/>
            </a:pPr>
            <a:fld id="{A999F03F-1008-49F4-B2DE-93AAF61FCDAD}" type="datetime3">
              <a:rPr lang="en-US" smtClean="0"/>
              <a:t>2 June 2025</a:t>
            </a:fld>
            <a:endParaRPr lang="en-US" dirty="0"/>
          </a:p>
        </p:txBody>
      </p:sp>
      <p:sp>
        <p:nvSpPr>
          <p:cNvPr id="5" name="Footer Placeholder 4"/>
          <p:cNvSpPr>
            <a:spLocks noGrp="1"/>
          </p:cNvSpPr>
          <p:nvPr>
            <p:ph type="ftr" sz="quarter" idx="11"/>
          </p:nvPr>
        </p:nvSpPr>
        <p:spPr>
          <a:xfrm>
            <a:off x="2898648" y="4766310"/>
            <a:ext cx="3474720" cy="274320"/>
          </a:xfrm>
        </p:spPr>
        <p:txBody>
          <a:bodyPr/>
          <a:lstStyle/>
          <a:p>
            <a:pPr>
              <a:defRPr/>
            </a:pPr>
            <a:endParaRPr lang="en-US" dirty="0"/>
          </a:p>
        </p:txBody>
      </p:sp>
      <p:sp>
        <p:nvSpPr>
          <p:cNvPr id="6" name="Slide Number Placeholder 5"/>
          <p:cNvSpPr>
            <a:spLocks noGrp="1"/>
          </p:cNvSpPr>
          <p:nvPr>
            <p:ph type="sldNum" sz="quarter" idx="12"/>
          </p:nvPr>
        </p:nvSpPr>
        <p:spPr>
          <a:xfrm>
            <a:off x="1069848" y="4766310"/>
            <a:ext cx="1520952" cy="274320"/>
          </a:xfrm>
        </p:spPr>
        <p:txBody>
          <a:bodyPr/>
          <a:lstStyle/>
          <a:p>
            <a:pPr>
              <a:defRPr/>
            </a:pPr>
            <a:fld id="{BEE0AD74-942B-45F6-8EEE-203197083F56}" type="slidenum">
              <a:rPr lang="en-US" altLang="en-US" smtClean="0"/>
              <a:pPr>
                <a:defRPr/>
              </a:pPr>
              <a:t>‹#›</a:t>
            </a:fld>
            <a:endParaRPr lang="en-US" altLang="en-US"/>
          </a:p>
        </p:txBody>
      </p:sp>
      <p:sp>
        <p:nvSpPr>
          <p:cNvPr id="7" name="Rectangle 6"/>
          <p:cNvSpPr/>
          <p:nvPr/>
        </p:nvSpPr>
        <p:spPr>
          <a:xfrm>
            <a:off x="914400" y="2114550"/>
            <a:ext cx="7315200" cy="96012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114550"/>
            <a:ext cx="228600" cy="96012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50"/>
            <a:ext cx="8229600" cy="6858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a:defRPr/>
            </a:pPr>
            <a:fld id="{A1568243-5DBB-407D-BF95-22A88D2F0973}" type="datetime3">
              <a:rPr lang="en-US" smtClean="0"/>
              <a:t>2 June 2025</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DB554FDC-F986-4516-81A3-5CBC9634E9C1}" type="slidenum">
              <a:rPr lang="en-US" altLang="en-US" smtClean="0"/>
              <a:pPr>
                <a:defRPr/>
              </a:pPr>
              <a:t>‹#›</a:t>
            </a:fld>
            <a:endParaRPr lang="en-US" altLang="en-US"/>
          </a:p>
        </p:txBody>
      </p:sp>
      <p:sp>
        <p:nvSpPr>
          <p:cNvPr id="9" name="Content Placeholder 8"/>
          <p:cNvSpPr>
            <a:spLocks noGrp="1"/>
          </p:cNvSpPr>
          <p:nvPr>
            <p:ph sz="quarter" idx="1"/>
          </p:nvPr>
        </p:nvSpPr>
        <p:spPr>
          <a:xfrm>
            <a:off x="457200" y="914400"/>
            <a:ext cx="4041648" cy="370332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912114"/>
            <a:ext cx="4041648" cy="370332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50"/>
            <a:ext cx="8229600" cy="6858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964406"/>
            <a:ext cx="4040188" cy="51435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1" y="971550"/>
            <a:ext cx="4041775" cy="51435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a:defRPr/>
            </a:pPr>
            <a:fld id="{DE9D4B6C-A062-4950-B386-A55027A53BF5}" type="datetime3">
              <a:rPr lang="en-US" smtClean="0"/>
              <a:t>2 June 2025</a:t>
            </a:fld>
            <a:endParaRPr lang="en-US" dirty="0"/>
          </a:p>
        </p:txBody>
      </p:sp>
      <p:sp>
        <p:nvSpPr>
          <p:cNvPr id="8" name="Footer Placeholder 7"/>
          <p:cNvSpPr>
            <a:spLocks noGrp="1"/>
          </p:cNvSpPr>
          <p:nvPr>
            <p:ph type="ftr" sz="quarter" idx="11"/>
          </p:nvPr>
        </p:nvSpPr>
        <p:spPr/>
        <p:txBody>
          <a:bodyPr/>
          <a:lstStyle/>
          <a:p>
            <a:pPr>
              <a:defRPr/>
            </a:pPr>
            <a:endParaRPr lang="en-US" dirty="0"/>
          </a:p>
        </p:txBody>
      </p:sp>
      <p:sp>
        <p:nvSpPr>
          <p:cNvPr id="9" name="Slide Number Placeholder 8"/>
          <p:cNvSpPr>
            <a:spLocks noGrp="1"/>
          </p:cNvSpPr>
          <p:nvPr>
            <p:ph type="sldNum" sz="quarter" idx="12"/>
          </p:nvPr>
        </p:nvSpPr>
        <p:spPr/>
        <p:txBody>
          <a:bodyPr/>
          <a:lstStyle/>
          <a:p>
            <a:pPr>
              <a:defRPr/>
            </a:pPr>
            <a:fld id="{02A63921-D0A8-45BD-ADF0-24CC5F135FEC}" type="slidenum">
              <a:rPr lang="en-US" altLang="en-US" smtClean="0"/>
              <a:pPr>
                <a:defRPr/>
              </a:pPr>
              <a:t>‹#›</a:t>
            </a:fld>
            <a:endParaRPr lang="en-US" altLang="en-US"/>
          </a:p>
        </p:txBody>
      </p:sp>
      <p:sp>
        <p:nvSpPr>
          <p:cNvPr id="11" name="Content Placeholder 10"/>
          <p:cNvSpPr>
            <a:spLocks noGrp="1"/>
          </p:cNvSpPr>
          <p:nvPr>
            <p:ph sz="quarter" idx="2"/>
          </p:nvPr>
        </p:nvSpPr>
        <p:spPr>
          <a:xfrm>
            <a:off x="457200" y="1600200"/>
            <a:ext cx="4038600" cy="302895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1600200"/>
            <a:ext cx="4038600" cy="302895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50"/>
            <a:ext cx="8229600" cy="6858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a:defRPr/>
            </a:pPr>
            <a:fld id="{D9963A43-9B02-4466-A06D-A3164CD137CF}" type="datetime3">
              <a:rPr lang="en-US" smtClean="0"/>
              <a:t>2 June 2025</a:t>
            </a:fld>
            <a:endParaRPr lang="en-US" dirty="0"/>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4CE540F1-D866-4735-9E65-A1952EADD02D}" type="slidenum">
              <a:rPr lang="en-US" altLang="en-US" smtClean="0"/>
              <a:pPr>
                <a:defRPr/>
              </a:pPr>
              <a:t>‹#›</a:t>
            </a:fld>
            <a:endParaRPr lang="en-US" altLang="en-US"/>
          </a:p>
        </p:txBody>
      </p:sp>
      <p:sp>
        <p:nvSpPr>
          <p:cNvPr id="6" name="Isosceles Triangle 5"/>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103574A6-71DD-4C7C-8E0B-4C3AB694251E}" type="datetime3">
              <a:rPr lang="en-US" smtClean="0"/>
              <a:t>2 June 2025</a:t>
            </a:fld>
            <a:endParaRPr lang="en-US" dirty="0"/>
          </a:p>
        </p:txBody>
      </p:sp>
      <p:sp>
        <p:nvSpPr>
          <p:cNvPr id="3" name="Footer Placeholder 2"/>
          <p:cNvSpPr>
            <a:spLocks noGrp="1"/>
          </p:cNvSpPr>
          <p:nvPr>
            <p:ph type="ftr" sz="quarter" idx="11"/>
          </p:nvPr>
        </p:nvSpPr>
        <p:spPr/>
        <p:txBody>
          <a:bodyPr/>
          <a:lstStyle/>
          <a:p>
            <a:pPr>
              <a:defRPr/>
            </a:pPr>
            <a:endParaRPr lang="en-US" dirty="0"/>
          </a:p>
        </p:txBody>
      </p:sp>
      <p:sp>
        <p:nvSpPr>
          <p:cNvPr id="4" name="Slide Number Placeholder 3"/>
          <p:cNvSpPr>
            <a:spLocks noGrp="1"/>
          </p:cNvSpPr>
          <p:nvPr>
            <p:ph type="sldNum" sz="quarter" idx="12"/>
          </p:nvPr>
        </p:nvSpPr>
        <p:spPr/>
        <p:txBody>
          <a:bodyPr/>
          <a:lstStyle/>
          <a:p>
            <a:pPr>
              <a:defRPr/>
            </a:pPr>
            <a:fld id="{2571F5BB-190B-45BA-B754-2541F8CA6F46}" type="slidenum">
              <a:rPr lang="en-US" altLang="en-US" smtClean="0"/>
              <a:pPr>
                <a:defRPr/>
              </a:pPr>
              <a:t>‹#›</a:t>
            </a:fld>
            <a:endParaRPr lang="en-US" altLang="en-US"/>
          </a:p>
        </p:txBody>
      </p:sp>
      <p:sp>
        <p:nvSpPr>
          <p:cNvPr id="5" name="Straight Connector 4"/>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228600"/>
            <a:ext cx="2514600" cy="62865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914401"/>
            <a:ext cx="2514600" cy="3632597"/>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a:defRPr/>
            </a:pPr>
            <a:fld id="{4BFD4C3C-3DE7-4A7C-BBBA-F4E46C7218F8}" type="datetime3">
              <a:rPr lang="en-US" smtClean="0"/>
              <a:t>2 June 2025</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4B3D1EAA-7E8D-49EA-BCBB-3C5BA424400D}" type="slidenum">
              <a:rPr lang="en-US" altLang="en-US" smtClean="0"/>
              <a:pPr>
                <a:defRPr/>
              </a:pPr>
              <a:t>‹#›</a:t>
            </a:fld>
            <a:endParaRPr lang="en-US" altLang="en-US"/>
          </a:p>
        </p:txBody>
      </p:sp>
      <p:sp>
        <p:nvSpPr>
          <p:cNvPr id="8" name="Straight Connector 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915025" y="2493169"/>
            <a:ext cx="452628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228600"/>
            <a:ext cx="5715000" cy="428625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375642"/>
            <a:ext cx="8229600" cy="506016"/>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428750"/>
            <a:ext cx="8229600" cy="3202686"/>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914400"/>
            <a:ext cx="8229600" cy="40005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a:defRPr/>
            </a:pPr>
            <a:fld id="{609CB119-1C24-4D6A-9B54-28D2C75D2CD5}" type="datetime3">
              <a:rPr lang="en-US" smtClean="0"/>
              <a:t>2 June 2025</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7B93E55C-A662-4067-BE20-A4D82E579A38}" type="slidenum">
              <a:rPr lang="en-US" altLang="en-US" smtClean="0"/>
              <a:pPr>
                <a:defRPr/>
              </a:pPr>
              <a:t>‹#›</a:t>
            </a:fld>
            <a:endParaRPr lang="en-US" altLang="en-US"/>
          </a:p>
        </p:txBody>
      </p:sp>
      <p:sp>
        <p:nvSpPr>
          <p:cNvPr id="8" name="Straight Connector 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375642"/>
            <a:ext cx="182880" cy="51435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34F0F303-2790-4668-8FFA-B20289BE059E}" type="datetime3">
              <a:rPr lang="en-US" smtClean="0"/>
              <a:t>2 June 2025</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9A0C11DA-FA02-4E33-93FC-C378FAF95FBA}" type="slidenum">
              <a:rPr lang="en-US" altLang="en-US" smtClean="0"/>
              <a:pPr>
                <a:defRPr/>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45D9DCEC-D3D3-49A4-B5EF-AE3A7C98F1E2}" type="datetime3">
              <a:rPr lang="en-US" smtClean="0"/>
              <a:t>2 June 2025</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B1E085C4-C07B-4C80-B337-90438D59D3CD}" type="slidenum">
              <a:rPr lang="en-US" altLang="en-US" smtClean="0"/>
              <a:pPr>
                <a:defRPr/>
              </a:pPr>
              <a:t>‹#›</a:t>
            </a:fld>
            <a:endParaRPr lang="en-US" altLang="en-US"/>
          </a:p>
        </p:txBody>
      </p:sp>
      <p:sp>
        <p:nvSpPr>
          <p:cNvPr id="7" name="Straight Connector 6"/>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4361127" y="2401464"/>
            <a:ext cx="438912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29000"/>
            <a:lum/>
          </a:blip>
          <a:srcRect/>
          <a:tile tx="0" ty="0" sx="100000" sy="100000" flip="none" algn="tl"/>
        </a:blipFill>
        <a:effectLst/>
      </p:bgPr>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14300"/>
            <a:ext cx="8229600" cy="74295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914400"/>
            <a:ext cx="8229600" cy="3682746"/>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4767263"/>
            <a:ext cx="2289048" cy="274320"/>
          </a:xfrm>
          <a:prstGeom prst="rect">
            <a:avLst/>
          </a:prstGeom>
        </p:spPr>
        <p:txBody>
          <a:bodyPr vert="horz"/>
          <a:lstStyle>
            <a:lvl1pPr algn="l" eaLnBrk="1" latinLnBrk="0" hangingPunct="1">
              <a:defRPr kumimoji="0" sz="1400">
                <a:solidFill>
                  <a:schemeClr val="tx2"/>
                </a:solidFill>
              </a:defRPr>
            </a:lvl1pPr>
          </a:lstStyle>
          <a:p>
            <a:pPr>
              <a:defRPr/>
            </a:pPr>
            <a:fld id="{08352641-FE31-4BDE-B449-6912734AC2F6}" type="datetime3">
              <a:rPr lang="en-US" smtClean="0"/>
              <a:t>2 June 2025</a:t>
            </a:fld>
            <a:endParaRPr lang="en-US" dirty="0"/>
          </a:p>
        </p:txBody>
      </p:sp>
      <p:sp>
        <p:nvSpPr>
          <p:cNvPr id="3" name="Footer Placeholder 2"/>
          <p:cNvSpPr>
            <a:spLocks noGrp="1"/>
          </p:cNvSpPr>
          <p:nvPr>
            <p:ph type="ftr" sz="quarter" idx="3"/>
          </p:nvPr>
        </p:nvSpPr>
        <p:spPr>
          <a:xfrm>
            <a:off x="2898648" y="4767263"/>
            <a:ext cx="3505200" cy="274320"/>
          </a:xfrm>
          <a:prstGeom prst="rect">
            <a:avLst/>
          </a:prstGeom>
        </p:spPr>
        <p:txBody>
          <a:bodyPr vert="horz"/>
          <a:lstStyle>
            <a:lvl1pPr algn="r" eaLnBrk="1" latinLnBrk="0" hangingPunct="1">
              <a:defRPr kumimoji="0" sz="1400">
                <a:solidFill>
                  <a:schemeClr val="tx2"/>
                </a:solidFill>
              </a:defRPr>
            </a:lvl1pPr>
          </a:lstStyle>
          <a:p>
            <a:pPr>
              <a:defRPr/>
            </a:pPr>
            <a:endParaRPr lang="en-US" dirty="0"/>
          </a:p>
        </p:txBody>
      </p:sp>
      <p:sp>
        <p:nvSpPr>
          <p:cNvPr id="23" name="Slide Number Placeholder 22"/>
          <p:cNvSpPr>
            <a:spLocks noGrp="1"/>
          </p:cNvSpPr>
          <p:nvPr>
            <p:ph type="sldNum" sz="quarter" idx="4"/>
          </p:nvPr>
        </p:nvSpPr>
        <p:spPr>
          <a:xfrm>
            <a:off x="612648" y="4767263"/>
            <a:ext cx="1981200" cy="274320"/>
          </a:xfrm>
          <a:prstGeom prst="rect">
            <a:avLst/>
          </a:prstGeom>
        </p:spPr>
        <p:txBody>
          <a:bodyPr vert="horz"/>
          <a:lstStyle>
            <a:lvl1pPr algn="l" eaLnBrk="1" latinLnBrk="0" hangingPunct="1">
              <a:defRPr kumimoji="0" sz="1400">
                <a:solidFill>
                  <a:schemeClr val="tx2"/>
                </a:solidFill>
              </a:defRPr>
            </a:lvl1pPr>
          </a:lstStyle>
          <a:p>
            <a:pPr>
              <a:defRPr/>
            </a:pPr>
            <a:fld id="{D78D2778-B29C-49DB-A26C-44F5760A332D}" type="slidenum">
              <a:rPr lang="en-US" altLang="en-US" smtClean="0"/>
              <a:pPr>
                <a:defRPr/>
              </a:pPr>
              <a:t>‹#›</a:t>
            </a:fld>
            <a:endParaRPr lang="en-US" altLang="en-US"/>
          </a:p>
        </p:txBody>
      </p:sp>
      <p:sp>
        <p:nvSpPr>
          <p:cNvPr id="28" name="Straight Connector 2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85725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4143" r:id="rId1"/>
    <p:sldLayoutId id="2147484144" r:id="rId2"/>
    <p:sldLayoutId id="2147484145" r:id="rId3"/>
    <p:sldLayoutId id="2147484146" r:id="rId4"/>
    <p:sldLayoutId id="2147484147" r:id="rId5"/>
    <p:sldLayoutId id="2147484148" r:id="rId6"/>
    <p:sldLayoutId id="2147484149" r:id="rId7"/>
    <p:sldLayoutId id="2147484150" r:id="rId8"/>
    <p:sldLayoutId id="2147484151" r:id="rId9"/>
    <p:sldLayoutId id="2147484152" r:id="rId10"/>
    <p:sldLayoutId id="2147484153"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205"/>
        <p:cNvGrpSpPr/>
        <p:nvPr/>
      </p:nvGrpSpPr>
      <p:grpSpPr>
        <a:xfrm>
          <a:off x="0" y="0"/>
          <a:ext cx="0" cy="0"/>
          <a:chOff x="0" y="0"/>
          <a:chExt cx="0" cy="0"/>
        </a:xfrm>
      </p:grpSpPr>
      <p:sp>
        <p:nvSpPr>
          <p:cNvPr id="8206" name="Google Shape;8206;p1"/>
          <p:cNvSpPr txBox="1">
            <a:spLocks noGrp="1"/>
          </p:cNvSpPr>
          <p:nvPr>
            <p:ph type="title"/>
          </p:nvPr>
        </p:nvSpPr>
        <p:spPr>
          <a:xfrm>
            <a:off x="0" y="1"/>
            <a:ext cx="9144000" cy="1052400"/>
          </a:xfrm>
          <a:prstGeom prst="rect">
            <a:avLst/>
          </a:prstGeom>
          <a:solidFill>
            <a:srgbClr val="93B9C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2000"/>
              <a:buFont typeface="Times New Roman"/>
              <a:buNone/>
            </a:pPr>
            <a:r>
              <a:rPr lang="en-US" sz="2000" b="1">
                <a:solidFill>
                  <a:schemeClr val="dk1"/>
                </a:solidFill>
                <a:latin typeface="Times New Roman"/>
                <a:ea typeface="Times New Roman"/>
                <a:cs typeface="Times New Roman"/>
                <a:sym typeface="Times New Roman"/>
              </a:rPr>
              <a:t>CGB1221 DATABASE MANAGEMENT SYSTEMS</a:t>
            </a:r>
            <a:br>
              <a:rPr lang="en-US" sz="2000" b="1">
                <a:solidFill>
                  <a:schemeClr val="dk1"/>
                </a:solidFill>
                <a:latin typeface="Times New Roman"/>
                <a:ea typeface="Times New Roman"/>
                <a:cs typeface="Times New Roman"/>
                <a:sym typeface="Times New Roman"/>
              </a:rPr>
            </a:br>
            <a:r>
              <a:rPr lang="en-US" sz="2000" b="1">
                <a:solidFill>
                  <a:schemeClr val="dk1"/>
                </a:solidFill>
                <a:latin typeface="Times New Roman"/>
                <a:ea typeface="Times New Roman"/>
                <a:cs typeface="Times New Roman"/>
                <a:sym typeface="Times New Roman"/>
              </a:rPr>
              <a:t>PROJECT REVIEW</a:t>
            </a:r>
            <a:endParaRPr sz="2800" b="1">
              <a:solidFill>
                <a:schemeClr val="dk1"/>
              </a:solidFill>
              <a:latin typeface="Times New Roman"/>
              <a:ea typeface="Times New Roman"/>
              <a:cs typeface="Times New Roman"/>
              <a:sym typeface="Times New Roman"/>
            </a:endParaRPr>
          </a:p>
        </p:txBody>
      </p:sp>
      <p:sp>
        <p:nvSpPr>
          <p:cNvPr id="8207" name="Google Shape;8207;p1"/>
          <p:cNvSpPr txBox="1"/>
          <p:nvPr/>
        </p:nvSpPr>
        <p:spPr>
          <a:xfrm>
            <a:off x="762000" y="872875"/>
            <a:ext cx="7772400" cy="4270800"/>
          </a:xfrm>
          <a:prstGeom prst="rect">
            <a:avLst/>
          </a:prstGeom>
          <a:noFill/>
          <a:ln>
            <a:noFill/>
          </a:ln>
        </p:spPr>
        <p:txBody>
          <a:bodyPr spcFirstLastPara="1" wrap="square" lIns="45700" tIns="45700" rIns="45700" bIns="0" anchor="b" anchorCtr="0">
            <a:noAutofit/>
          </a:bodyPr>
          <a:lstStyle/>
          <a:p>
            <a:pPr marL="0" marR="0" lvl="0" indent="0" algn="ctr" rtl="0">
              <a:spcBef>
                <a:spcPts val="0"/>
              </a:spcBef>
              <a:spcAft>
                <a:spcPts val="0"/>
              </a:spcAft>
              <a:buClr>
                <a:schemeClr val="dk1"/>
              </a:buClr>
              <a:buSzPts val="1600"/>
              <a:buFont typeface="Gill Sans"/>
              <a:buNone/>
            </a:pPr>
            <a:endParaRPr sz="1600" b="1" i="0" u="none" strike="noStrike" cap="none" dirty="0">
              <a:solidFill>
                <a:srgbClr val="414141"/>
              </a:solidFill>
              <a:latin typeface="Times New Roman"/>
              <a:ea typeface="Times New Roman"/>
              <a:cs typeface="Times New Roman"/>
              <a:sym typeface="Times New Roman"/>
            </a:endParaRPr>
          </a:p>
          <a:p>
            <a:pPr marL="0" marR="0" lvl="0" indent="0" algn="ctr" rtl="0">
              <a:spcBef>
                <a:spcPts val="0"/>
              </a:spcBef>
              <a:spcAft>
                <a:spcPts val="0"/>
              </a:spcAft>
              <a:buClr>
                <a:schemeClr val="dk1"/>
              </a:buClr>
              <a:buSzPts val="2500"/>
              <a:buFont typeface="Gill Sans"/>
              <a:buNone/>
            </a:pPr>
            <a:endParaRPr sz="2500" b="1" i="0" u="none" strike="noStrike" cap="none" dirty="0">
              <a:solidFill>
                <a:srgbClr val="414141"/>
              </a:solidFill>
              <a:latin typeface="Times New Roman"/>
              <a:ea typeface="Times New Roman"/>
              <a:cs typeface="Times New Roman"/>
              <a:sym typeface="Times New Roman"/>
            </a:endParaRPr>
          </a:p>
          <a:p>
            <a:pPr marL="0" marR="0" lvl="0" indent="0" algn="ctr" rtl="0">
              <a:spcBef>
                <a:spcPts val="0"/>
              </a:spcBef>
              <a:spcAft>
                <a:spcPts val="0"/>
              </a:spcAft>
              <a:buClr>
                <a:schemeClr val="dk1"/>
              </a:buClr>
              <a:buSzPts val="2500"/>
              <a:buFont typeface="Gill Sans"/>
              <a:buNone/>
            </a:pPr>
            <a:endParaRPr sz="2500" b="1" i="0" u="none" strike="noStrike" cap="none" dirty="0">
              <a:solidFill>
                <a:srgbClr val="414141"/>
              </a:solidFill>
              <a:latin typeface="Times New Roman"/>
              <a:ea typeface="Times New Roman"/>
              <a:cs typeface="Times New Roman"/>
              <a:sym typeface="Times New Roman"/>
            </a:endParaRPr>
          </a:p>
          <a:p>
            <a:pPr marL="0" marR="0" lvl="0" indent="0" algn="ctr" rtl="0">
              <a:spcBef>
                <a:spcPts val="0"/>
              </a:spcBef>
              <a:spcAft>
                <a:spcPts val="0"/>
              </a:spcAft>
              <a:buClr>
                <a:schemeClr val="dk1"/>
              </a:buClr>
              <a:buSzPts val="2500"/>
              <a:buFont typeface="Times New Roman"/>
              <a:buNone/>
            </a:pPr>
            <a:r>
              <a:rPr lang="en-US" sz="2500" b="1" i="0" u="none" strike="noStrike" cap="none" dirty="0">
                <a:solidFill>
                  <a:schemeClr val="dk1"/>
                </a:solidFill>
                <a:latin typeface="Times New Roman"/>
                <a:ea typeface="Times New Roman"/>
                <a:cs typeface="Times New Roman"/>
                <a:sym typeface="Times New Roman"/>
              </a:rPr>
              <a:t>Department of Computer Science and Engineering</a:t>
            </a:r>
            <a:endParaRPr sz="1800" b="0" i="0" u="none" strike="noStrike" cap="none" dirty="0">
              <a:solidFill>
                <a:schemeClr val="dk1"/>
              </a:solidFill>
              <a:latin typeface="Gill Sans"/>
              <a:ea typeface="Gill Sans"/>
              <a:cs typeface="Gill Sans"/>
              <a:sym typeface="Gill Sans"/>
            </a:endParaRPr>
          </a:p>
          <a:p>
            <a:pPr marL="0" marR="0" lvl="0" indent="0" algn="ctr" rtl="0">
              <a:spcBef>
                <a:spcPts val="0"/>
              </a:spcBef>
              <a:spcAft>
                <a:spcPts val="0"/>
              </a:spcAft>
              <a:buClr>
                <a:schemeClr val="dk1"/>
              </a:buClr>
              <a:buSzPts val="2500"/>
              <a:buFont typeface="Times New Roman"/>
              <a:buNone/>
            </a:pPr>
            <a:r>
              <a:rPr lang="en-US" sz="2500" b="1" i="0" u="none" strike="noStrike" cap="none" dirty="0">
                <a:solidFill>
                  <a:schemeClr val="dk1"/>
                </a:solidFill>
                <a:latin typeface="Times New Roman"/>
                <a:ea typeface="Times New Roman"/>
                <a:cs typeface="Times New Roman"/>
                <a:sym typeface="Times New Roman"/>
              </a:rPr>
              <a:t>Academic Year: 2024 – 2025 (Even Semester)</a:t>
            </a:r>
            <a:endParaRPr sz="1800" b="0" i="0" u="none" strike="noStrike" cap="none" dirty="0">
              <a:solidFill>
                <a:schemeClr val="dk1"/>
              </a:solidFill>
              <a:latin typeface="Gill Sans"/>
              <a:ea typeface="Gill Sans"/>
              <a:cs typeface="Gill Sans"/>
              <a:sym typeface="Gill Sans"/>
            </a:endParaRPr>
          </a:p>
          <a:p>
            <a:pPr marL="0" marR="0" lvl="0" indent="0" algn="ctr" rtl="0">
              <a:spcBef>
                <a:spcPts val="0"/>
              </a:spcBef>
              <a:spcAft>
                <a:spcPts val="0"/>
              </a:spcAft>
              <a:buClr>
                <a:schemeClr val="dk1"/>
              </a:buClr>
              <a:buSzPts val="2500"/>
              <a:buFont typeface="Gill Sans"/>
              <a:buNone/>
            </a:pPr>
            <a:endParaRPr sz="2500" b="1" i="0" u="none" strike="noStrike" cap="none"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2500"/>
              <a:buFont typeface="Times New Roman"/>
              <a:buNone/>
            </a:pPr>
            <a:r>
              <a:rPr lang="en-US" sz="2500" b="1" i="0" u="none" strike="noStrike" cap="none" dirty="0">
                <a:solidFill>
                  <a:schemeClr val="dk1"/>
                </a:solidFill>
                <a:latin typeface="Times New Roman"/>
                <a:ea typeface="Times New Roman"/>
                <a:cs typeface="Times New Roman"/>
                <a:sym typeface="Times New Roman"/>
              </a:rPr>
              <a:t>Register Number:2303811710421092</a:t>
            </a:r>
            <a:endParaRPr sz="1800" b="0" i="0" u="none" strike="noStrike" cap="none" dirty="0">
              <a:solidFill>
                <a:schemeClr val="dk1"/>
              </a:solidFill>
              <a:latin typeface="Gill Sans"/>
              <a:ea typeface="Gill Sans"/>
              <a:cs typeface="Gill Sans"/>
              <a:sym typeface="Gill Sans"/>
            </a:endParaRPr>
          </a:p>
          <a:p>
            <a:pPr marL="0" marR="0" lvl="0" indent="0" algn="l" rtl="0">
              <a:spcBef>
                <a:spcPts val="0"/>
              </a:spcBef>
              <a:spcAft>
                <a:spcPts val="0"/>
              </a:spcAft>
              <a:buClr>
                <a:schemeClr val="dk1"/>
              </a:buClr>
              <a:buSzPts val="2500"/>
              <a:buFont typeface="Times New Roman"/>
              <a:buNone/>
            </a:pPr>
            <a:r>
              <a:rPr lang="en-US" sz="2500" b="1" i="0" u="none" strike="noStrike" cap="none" dirty="0">
                <a:solidFill>
                  <a:schemeClr val="dk1"/>
                </a:solidFill>
                <a:latin typeface="Times New Roman"/>
                <a:ea typeface="Times New Roman"/>
                <a:cs typeface="Times New Roman"/>
                <a:sym typeface="Times New Roman"/>
              </a:rPr>
              <a:t>Name				:MATHAN M</a:t>
            </a:r>
            <a:endParaRPr sz="1800" b="0" i="0" u="none" strike="noStrike" cap="none" dirty="0">
              <a:solidFill>
                <a:schemeClr val="dk1"/>
              </a:solidFill>
              <a:latin typeface="Gill Sans"/>
              <a:ea typeface="Gill Sans"/>
              <a:cs typeface="Gill Sans"/>
              <a:sym typeface="Gill Sans"/>
            </a:endParaRPr>
          </a:p>
          <a:p>
            <a:pPr marL="0" marR="0" lvl="0" indent="0" algn="l" rtl="0">
              <a:spcBef>
                <a:spcPts val="0"/>
              </a:spcBef>
              <a:spcAft>
                <a:spcPts val="0"/>
              </a:spcAft>
              <a:buClr>
                <a:schemeClr val="dk1"/>
              </a:buClr>
              <a:buSzPts val="2500"/>
              <a:buFont typeface="Times New Roman"/>
              <a:buNone/>
            </a:pPr>
            <a:r>
              <a:rPr lang="en-US" sz="2500" b="1" i="0" u="none" strike="noStrike" cap="none" dirty="0">
                <a:solidFill>
                  <a:schemeClr val="dk1"/>
                </a:solidFill>
                <a:latin typeface="Times New Roman"/>
                <a:ea typeface="Times New Roman"/>
                <a:cs typeface="Times New Roman"/>
                <a:sym typeface="Times New Roman"/>
              </a:rPr>
              <a:t>Year				:II</a:t>
            </a:r>
            <a:endParaRPr sz="1800" b="0" i="0" u="none" strike="noStrike" cap="none" dirty="0">
              <a:solidFill>
                <a:schemeClr val="dk1"/>
              </a:solidFill>
              <a:latin typeface="Gill Sans"/>
              <a:ea typeface="Gill Sans"/>
              <a:cs typeface="Gill Sans"/>
              <a:sym typeface="Gill Sans"/>
            </a:endParaRPr>
          </a:p>
          <a:p>
            <a:pPr marL="0" marR="0" lvl="0" indent="0" algn="l" rtl="0">
              <a:spcBef>
                <a:spcPts val="0"/>
              </a:spcBef>
              <a:spcAft>
                <a:spcPts val="0"/>
              </a:spcAft>
              <a:buClr>
                <a:schemeClr val="dk1"/>
              </a:buClr>
              <a:buSzPts val="2500"/>
              <a:buFont typeface="Times New Roman"/>
              <a:buNone/>
            </a:pPr>
            <a:r>
              <a:rPr lang="en-US" sz="2500" b="1" i="0" u="none" strike="noStrike" cap="none" dirty="0">
                <a:solidFill>
                  <a:schemeClr val="dk1"/>
                </a:solidFill>
                <a:latin typeface="Times New Roman"/>
                <a:ea typeface="Times New Roman"/>
                <a:cs typeface="Times New Roman"/>
                <a:sym typeface="Times New Roman"/>
              </a:rPr>
              <a:t>Semester			:IV</a:t>
            </a:r>
            <a:endParaRPr sz="1800" b="0" i="0" u="none" strike="noStrike" cap="none" dirty="0">
              <a:solidFill>
                <a:schemeClr val="dk1"/>
              </a:solidFill>
              <a:latin typeface="Gill Sans"/>
              <a:ea typeface="Gill Sans"/>
              <a:cs typeface="Gill Sans"/>
              <a:sym typeface="Gill Sans"/>
            </a:endParaRPr>
          </a:p>
          <a:p>
            <a:pPr marL="0" marR="0" lvl="0" indent="0" algn="l" rtl="0">
              <a:spcBef>
                <a:spcPts val="0"/>
              </a:spcBef>
              <a:spcAft>
                <a:spcPts val="0"/>
              </a:spcAft>
              <a:buClr>
                <a:schemeClr val="dk1"/>
              </a:buClr>
              <a:buSzPts val="2500"/>
              <a:buFont typeface="Times New Roman"/>
              <a:buNone/>
            </a:pPr>
            <a:r>
              <a:rPr lang="en-US" sz="2500" b="1" i="0" u="none" strike="noStrike" cap="none" dirty="0">
                <a:solidFill>
                  <a:schemeClr val="dk1"/>
                </a:solidFill>
                <a:latin typeface="Times New Roman"/>
                <a:ea typeface="Times New Roman"/>
                <a:cs typeface="Times New Roman"/>
                <a:sym typeface="Times New Roman"/>
              </a:rPr>
              <a:t>Section			:B</a:t>
            </a:r>
            <a:endParaRPr sz="1800" b="0" i="0" u="none" strike="noStrike" cap="none" dirty="0">
              <a:solidFill>
                <a:schemeClr val="dk1"/>
              </a:solidFill>
              <a:latin typeface="Gill Sans"/>
              <a:ea typeface="Gill Sans"/>
              <a:cs typeface="Gill Sans"/>
              <a:sym typeface="Gill Sans"/>
            </a:endParaRPr>
          </a:p>
          <a:p>
            <a:pPr marL="0" marR="0" lvl="0" indent="0" algn="l" rtl="0">
              <a:spcBef>
                <a:spcPts val="0"/>
              </a:spcBef>
              <a:spcAft>
                <a:spcPts val="0"/>
              </a:spcAft>
              <a:buClr>
                <a:schemeClr val="dk1"/>
              </a:buClr>
              <a:buSzPts val="2500"/>
              <a:buFont typeface="Times New Roman"/>
              <a:buNone/>
            </a:pPr>
            <a:r>
              <a:rPr lang="en-US" sz="2500" b="1" i="0" u="none" strike="noStrike" cap="none" dirty="0">
                <a:solidFill>
                  <a:schemeClr val="dk1"/>
                </a:solidFill>
                <a:latin typeface="Times New Roman"/>
                <a:ea typeface="Times New Roman"/>
                <a:cs typeface="Times New Roman"/>
                <a:sym typeface="Times New Roman"/>
              </a:rPr>
              <a:t>Date				:03/06/2025</a:t>
            </a:r>
            <a:endParaRPr sz="2500" b="1" i="0" u="none" strike="noStrike" cap="none"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2500"/>
              <a:buFont typeface="Times New Roman"/>
              <a:buNone/>
            </a:pPr>
            <a:r>
              <a:rPr lang="en-US" sz="2500" b="1" i="0" u="none" strike="noStrike" cap="none" dirty="0">
                <a:solidFill>
                  <a:schemeClr val="dk1"/>
                </a:solidFill>
                <a:latin typeface="Times New Roman"/>
                <a:ea typeface="Times New Roman"/>
                <a:cs typeface="Times New Roman"/>
                <a:sym typeface="Times New Roman"/>
              </a:rPr>
              <a:t>Guided </a:t>
            </a:r>
            <a:r>
              <a:rPr lang="en-US" sz="2500" b="1" dirty="0">
                <a:solidFill>
                  <a:schemeClr val="dk1"/>
                </a:solidFill>
                <a:latin typeface="Times New Roman"/>
                <a:ea typeface="Times New Roman"/>
                <a:cs typeface="Times New Roman"/>
                <a:sym typeface="Times New Roman"/>
              </a:rPr>
              <a:t>  </a:t>
            </a:r>
            <a:r>
              <a:rPr lang="en-US" sz="2500" b="1" i="0" u="none" strike="noStrike" cap="none" dirty="0">
                <a:solidFill>
                  <a:schemeClr val="dk1"/>
                </a:solidFill>
                <a:latin typeface="Times New Roman"/>
                <a:ea typeface="Times New Roman"/>
                <a:cs typeface="Times New Roman"/>
                <a:sym typeface="Times New Roman"/>
              </a:rPr>
              <a:t>             : </a:t>
            </a:r>
            <a:r>
              <a:rPr lang="en-US" sz="2500" b="1" i="0" u="none" strike="noStrike" cap="none" dirty="0" err="1">
                <a:solidFill>
                  <a:schemeClr val="dk1"/>
                </a:solidFill>
                <a:latin typeface="Times New Roman"/>
                <a:ea typeface="Times New Roman"/>
                <a:cs typeface="Times New Roman"/>
                <a:sym typeface="Times New Roman"/>
              </a:rPr>
              <a:t>Mr.P.MATHESWARAN</a:t>
            </a:r>
            <a:r>
              <a:rPr lang="en-US" sz="2500" b="1" i="0" u="none" strike="noStrike" cap="none" dirty="0">
                <a:solidFill>
                  <a:schemeClr val="dk1"/>
                </a:solidFill>
                <a:latin typeface="Times New Roman"/>
                <a:ea typeface="Times New Roman"/>
                <a:cs typeface="Times New Roman"/>
                <a:sym typeface="Times New Roman"/>
              </a:rPr>
              <a:t> M.E.,</a:t>
            </a:r>
            <a:r>
              <a:rPr lang="en-US" sz="2500" b="1" i="0" u="none" strike="noStrike" cap="none" dirty="0" err="1">
                <a:solidFill>
                  <a:schemeClr val="dk1"/>
                </a:solidFill>
                <a:latin typeface="Times New Roman"/>
                <a:ea typeface="Times New Roman"/>
                <a:cs typeface="Times New Roman"/>
                <a:sym typeface="Times New Roman"/>
              </a:rPr>
              <a:t>Ph.D</a:t>
            </a:r>
            <a:r>
              <a:rPr lang="en-US" sz="2500" b="1" i="0" u="none" strike="noStrike" cap="none" dirty="0">
                <a:solidFill>
                  <a:schemeClr val="dk1"/>
                </a:solidFill>
                <a:latin typeface="Times New Roman"/>
                <a:ea typeface="Times New Roman"/>
                <a:cs typeface="Times New Roman"/>
                <a:sym typeface="Times New Roman"/>
              </a:rPr>
              <a:t>.,</a:t>
            </a:r>
            <a:endParaRPr sz="2500" b="1" i="0" u="none" strike="noStrike" cap="none" dirty="0">
              <a:solidFill>
                <a:schemeClr val="dk1"/>
              </a:solidFill>
              <a:latin typeface="Times New Roman"/>
              <a:ea typeface="Times New Roman"/>
              <a:cs typeface="Times New Roman"/>
              <a:sym typeface="Times New Roman"/>
            </a:endParaRPr>
          </a:p>
        </p:txBody>
      </p:sp>
      <p:sp>
        <p:nvSpPr>
          <p:cNvPr id="8208" name="Google Shape;8208;p1"/>
          <p:cNvSpPr txBox="1">
            <a:spLocks noGrp="1"/>
          </p:cNvSpPr>
          <p:nvPr>
            <p:ph type="sldNum" idx="12"/>
          </p:nvPr>
        </p:nvSpPr>
        <p:spPr>
          <a:xfrm>
            <a:off x="612648" y="4767263"/>
            <a:ext cx="1981200" cy="274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2"/>
              </a:buClr>
              <a:buSzPts val="1400"/>
              <a:buFont typeface="Gill Sans"/>
              <a:buNone/>
            </a:pPr>
            <a:fld id="{00000000-1234-1234-1234-123412341234}" type="slidenum">
              <a:rPr lang="en-US"/>
              <a:t>1</a:t>
            </a:fld>
            <a:endParaRPr/>
          </a:p>
        </p:txBody>
      </p:sp>
      <p:pic>
        <p:nvPicPr>
          <p:cNvPr id="8209" name="Google Shape;8209;p1"/>
          <p:cNvPicPr preferRelativeResize="0"/>
          <p:nvPr/>
        </p:nvPicPr>
        <p:blipFill rotWithShape="1">
          <a:blip r:embed="rId2">
            <a:alphaModFix/>
          </a:blip>
          <a:srcRect/>
          <a:stretch/>
        </p:blipFill>
        <p:spPr>
          <a:xfrm>
            <a:off x="8018477" y="10033"/>
            <a:ext cx="1143000" cy="1057275"/>
          </a:xfrm>
          <a:prstGeom prst="rect">
            <a:avLst/>
          </a:prstGeom>
          <a:noFill/>
          <a:ln>
            <a:noFill/>
          </a:ln>
        </p:spPr>
      </p:pic>
      <p:pic>
        <p:nvPicPr>
          <p:cNvPr id="8210" name="Google Shape;8210;p1"/>
          <p:cNvPicPr preferRelativeResize="0"/>
          <p:nvPr/>
        </p:nvPicPr>
        <p:blipFill rotWithShape="1">
          <a:blip r:embed="rId3">
            <a:alphaModFix/>
          </a:blip>
          <a:srcRect/>
          <a:stretch/>
        </p:blipFill>
        <p:spPr>
          <a:xfrm>
            <a:off x="38100" y="10033"/>
            <a:ext cx="1066799" cy="102273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7E05917E-1459-9543-BDC1-EB6757DCCC2B}"/>
              </a:ext>
            </a:extLst>
          </p:cNvPr>
          <p:cNvSpPr>
            <a:spLocks noGrp="1"/>
          </p:cNvSpPr>
          <p:nvPr>
            <p:ph type="title"/>
          </p:nvPr>
        </p:nvSpPr>
        <p:spPr>
          <a:xfrm>
            <a:off x="0" y="0"/>
            <a:ext cx="9144000" cy="1057275"/>
          </a:xfrm>
          <a:solidFill>
            <a:schemeClr val="bg2">
              <a:lumMod val="75000"/>
            </a:schemeClr>
          </a:solidFill>
        </p:spPr>
        <p:txBody>
          <a:bodyPr anchor="ctr">
            <a:normAutofit/>
          </a:bodyPr>
          <a:lstStyle/>
          <a:p>
            <a:pPr algn="ctr"/>
            <a:r>
              <a:rPr lang="en-IN" b="1" dirty="0">
                <a:solidFill>
                  <a:schemeClr val="tx1"/>
                </a:solidFill>
                <a:latin typeface="Times New Roman" pitchFamily="18" charset="0"/>
                <a:cs typeface="Times New Roman" pitchFamily="18" charset="0"/>
              </a:rPr>
              <a:t>Title of the Project</a:t>
            </a:r>
            <a:endParaRPr lang="en-IN" sz="4000" b="1" dirty="0">
              <a:solidFill>
                <a:schemeClr val="tx1"/>
              </a:solidFill>
              <a:latin typeface="Times New Roman" pitchFamily="18" charset="0"/>
              <a:cs typeface="Times New Roman" pitchFamily="18" charset="0"/>
            </a:endParaRPr>
          </a:p>
        </p:txBody>
      </p:sp>
      <p:sp>
        <p:nvSpPr>
          <p:cNvPr id="8196" name="Slide Number Placeholder 5"/>
          <p:cNvSpPr>
            <a:spLocks noGrp="1" noChangeArrowheads="1"/>
          </p:cNvSpPr>
          <p:nvPr>
            <p:ph type="sldNum" sz="quarter" idx="12"/>
          </p:nvPr>
        </p:nvSpPr>
        <p:spPr bwMode="auto">
          <a:noFill/>
          <a:ln>
            <a:miter lim="800000"/>
            <a:headEnd/>
            <a:tailEnd/>
          </a:ln>
        </p:spPr>
        <p:txBody>
          <a:bodyPr/>
          <a:lstStyle/>
          <a:p>
            <a:fld id="{C8B3AA75-1EA1-4A20-9182-A423EE2FFA8F}" type="slidenum">
              <a:rPr lang="en-US" altLang="en-US"/>
              <a:pPr/>
              <a:t>2</a:t>
            </a:fld>
            <a:endParaRPr lang="en-US" altLang="en-US"/>
          </a:p>
        </p:txBody>
      </p:sp>
      <p:sp>
        <p:nvSpPr>
          <p:cNvPr id="7" name="Footer Placeholder 4"/>
          <p:cNvSpPr txBox="1">
            <a:spLocks/>
          </p:cNvSpPr>
          <p:nvPr/>
        </p:nvSpPr>
        <p:spPr>
          <a:xfrm>
            <a:off x="799641" y="1271071"/>
            <a:ext cx="7772400" cy="1224479"/>
          </a:xfrm>
          <a:prstGeom prst="rect">
            <a:avLst/>
          </a:prstGeom>
        </p:spPr>
        <p:txBody>
          <a:bodyPr vert="horz" lIns="45720" rIns="45720" bIns="0" rtlCol="0" anchor="b"/>
          <a:lstStyle>
            <a:defPPr>
              <a:defRPr lang="en-US"/>
            </a:defPPr>
            <a:lvl1pPr algn="l" rtl="0" eaLnBrk="1" fontAlgn="base" latinLnBrk="0" hangingPunct="1">
              <a:spcBef>
                <a:spcPct val="0"/>
              </a:spcBef>
              <a:spcAft>
                <a:spcPct val="0"/>
              </a:spcAft>
              <a:defRPr kumimoji="0" sz="1200" kern="1200">
                <a:solidFill>
                  <a:schemeClr val="tx1">
                    <a:tint val="95000"/>
                  </a:schemeClr>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defRPr/>
            </a:pPr>
            <a:endParaRPr lang="en-US" sz="2500" b="1" dirty="0"/>
          </a:p>
        </p:txBody>
      </p:sp>
      <p:sp>
        <p:nvSpPr>
          <p:cNvPr id="6" name="Content Placeholder 2">
            <a:extLst>
              <a:ext uri="{FF2B5EF4-FFF2-40B4-BE49-F238E27FC236}">
                <a16:creationId xmlns:a16="http://schemas.microsoft.com/office/drawing/2014/main" id="{65894BDA-3057-096C-18BB-A0D0D182A5A7}"/>
              </a:ext>
            </a:extLst>
          </p:cNvPr>
          <p:cNvSpPr>
            <a:spLocks noGrp="1"/>
          </p:cNvSpPr>
          <p:nvPr>
            <p:ph sz="quarter" idx="1"/>
          </p:nvPr>
        </p:nvSpPr>
        <p:spPr>
          <a:xfrm>
            <a:off x="457200" y="1271070"/>
            <a:ext cx="8229600" cy="3346649"/>
          </a:xfrm>
        </p:spPr>
        <p:txBody>
          <a:bodyPr/>
          <a:lstStyle/>
          <a:p>
            <a:endParaRPr lang="en-IN" dirty="0">
              <a:latin typeface="Times New Roman" pitchFamily="18" charset="0"/>
              <a:cs typeface="Times New Roman" pitchFamily="18" charset="0"/>
            </a:endParaRPr>
          </a:p>
          <a:p>
            <a:endParaRPr lang="en-IN" dirty="0">
              <a:latin typeface="Times New Roman" pitchFamily="18" charset="0"/>
              <a:cs typeface="Times New Roman" pitchFamily="18" charset="0"/>
            </a:endParaRPr>
          </a:p>
          <a:p>
            <a:pPr marL="0" indent="0">
              <a:buNone/>
            </a:pPr>
            <a:r>
              <a:rPr lang="en-IN" sz="3200" dirty="0">
                <a:latin typeface="Times New Roman" pitchFamily="18" charset="0"/>
                <a:cs typeface="Times New Roman" pitchFamily="18" charset="0"/>
              </a:rPr>
              <a:t>    </a:t>
            </a:r>
            <a:r>
              <a:rPr lang="en-IN" sz="3200" b="1" dirty="0">
                <a:latin typeface="Times New Roman" pitchFamily="18" charset="0"/>
                <a:cs typeface="Times New Roman" pitchFamily="18" charset="0"/>
              </a:rPr>
              <a:t>INSURANCE MANAGEMENT SYSTEM</a:t>
            </a:r>
          </a:p>
        </p:txBody>
      </p:sp>
      <p:pic>
        <p:nvPicPr>
          <p:cNvPr id="13" name="Picture 12">
            <a:extLst>
              <a:ext uri="{FF2B5EF4-FFF2-40B4-BE49-F238E27FC236}">
                <a16:creationId xmlns:a16="http://schemas.microsoft.com/office/drawing/2014/main" id="{6F96BEBD-476A-2DDF-521B-72A8E7587A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8477" y="10033"/>
            <a:ext cx="1143000" cy="1057275"/>
          </a:xfrm>
          <a:prstGeom prst="rect">
            <a:avLst/>
          </a:prstGeom>
        </p:spPr>
      </p:pic>
      <p:pic>
        <p:nvPicPr>
          <p:cNvPr id="14" name="object 5">
            <a:extLst>
              <a:ext uri="{FF2B5EF4-FFF2-40B4-BE49-F238E27FC236}">
                <a16:creationId xmlns:a16="http://schemas.microsoft.com/office/drawing/2014/main" id="{8FA6027A-0435-CEEE-9E48-F1EB7FF50D90}"/>
              </a:ext>
            </a:extLst>
          </p:cNvPr>
          <p:cNvPicPr/>
          <p:nvPr/>
        </p:nvPicPr>
        <p:blipFill>
          <a:blip r:embed="rId3" cstate="print"/>
          <a:stretch>
            <a:fillRect/>
          </a:stretch>
        </p:blipFill>
        <p:spPr>
          <a:xfrm>
            <a:off x="38100" y="10033"/>
            <a:ext cx="1066799" cy="1022732"/>
          </a:xfrm>
          <a:prstGeom prst="rect">
            <a:avLst/>
          </a:prstGeom>
        </p:spPr>
      </p:pic>
    </p:spTree>
    <p:extLst>
      <p:ext uri="{BB962C8B-B14F-4D97-AF65-F5344CB8AC3E}">
        <p14:creationId xmlns:p14="http://schemas.microsoft.com/office/powerpoint/2010/main" val="4255157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CB552-9064-2022-2FE6-8CF056A213C6}"/>
              </a:ext>
            </a:extLst>
          </p:cNvPr>
          <p:cNvSpPr>
            <a:spLocks noGrp="1"/>
          </p:cNvSpPr>
          <p:nvPr>
            <p:ph type="title"/>
          </p:nvPr>
        </p:nvSpPr>
        <p:spPr>
          <a:xfrm>
            <a:off x="0" y="0"/>
            <a:ext cx="9144000" cy="1047750"/>
          </a:xfrm>
          <a:solidFill>
            <a:schemeClr val="bg2">
              <a:lumMod val="75000"/>
            </a:schemeClr>
          </a:solidFill>
        </p:spPr>
        <p:txBody>
          <a:bodyPr anchor="ctr">
            <a:normAutofit/>
          </a:bodyPr>
          <a:lstStyle/>
          <a:p>
            <a:pPr algn="ctr"/>
            <a:r>
              <a:rPr lang="en-IN" b="1" dirty="0">
                <a:solidFill>
                  <a:schemeClr val="tx1"/>
                </a:solidFill>
                <a:latin typeface="Times New Roman" pitchFamily="18" charset="0"/>
                <a:cs typeface="Times New Roman" pitchFamily="18" charset="0"/>
              </a:rPr>
              <a:t>Abstract</a:t>
            </a:r>
            <a:r>
              <a:rPr lang="en-IN" dirty="0">
                <a:solidFill>
                  <a:schemeClr val="tx1"/>
                </a:solidFill>
                <a:latin typeface="Times New Roman" pitchFamily="18" charset="0"/>
                <a:cs typeface="Times New Roman" pitchFamily="18" charset="0"/>
              </a:rPr>
              <a:t> </a:t>
            </a:r>
            <a:endParaRPr lang="en-IN" sz="4000" dirty="0">
              <a:solidFill>
                <a:schemeClr val="tx1"/>
              </a:solidFill>
              <a:latin typeface="Times New Roman" pitchFamily="18" charset="0"/>
              <a:cs typeface="Times New Roman" pitchFamily="18" charset="0"/>
            </a:endParaRPr>
          </a:p>
        </p:txBody>
      </p:sp>
      <p:sp>
        <p:nvSpPr>
          <p:cNvPr id="6" name="Slide Number Placeholder 5">
            <a:extLst>
              <a:ext uri="{FF2B5EF4-FFF2-40B4-BE49-F238E27FC236}">
                <a16:creationId xmlns:a16="http://schemas.microsoft.com/office/drawing/2014/main" id="{03F0F658-36A0-130D-3974-0382D1967D80}"/>
              </a:ext>
            </a:extLst>
          </p:cNvPr>
          <p:cNvSpPr>
            <a:spLocks noGrp="1"/>
          </p:cNvSpPr>
          <p:nvPr>
            <p:ph type="sldNum" sz="quarter" idx="12"/>
          </p:nvPr>
        </p:nvSpPr>
        <p:spPr/>
        <p:txBody>
          <a:bodyPr/>
          <a:lstStyle/>
          <a:p>
            <a:pPr>
              <a:defRPr/>
            </a:pPr>
            <a:fld id="{0E14ABD8-B1EB-4C07-9937-C8C4E38BDF00}" type="slidenum">
              <a:rPr lang="en-US" altLang="en-US" smtClean="0"/>
              <a:pPr>
                <a:defRPr/>
              </a:pPr>
              <a:t>3</a:t>
            </a:fld>
            <a:endParaRPr lang="en-US" altLang="en-US"/>
          </a:p>
        </p:txBody>
      </p:sp>
      <p:sp>
        <p:nvSpPr>
          <p:cNvPr id="3" name="Content Placeholder 2">
            <a:extLst>
              <a:ext uri="{FF2B5EF4-FFF2-40B4-BE49-F238E27FC236}">
                <a16:creationId xmlns:a16="http://schemas.microsoft.com/office/drawing/2014/main" id="{65894BDA-3057-096C-18BB-A0D0D182A5A7}"/>
              </a:ext>
            </a:extLst>
          </p:cNvPr>
          <p:cNvSpPr>
            <a:spLocks noGrp="1"/>
          </p:cNvSpPr>
          <p:nvPr>
            <p:ph sz="quarter" idx="1"/>
          </p:nvPr>
        </p:nvSpPr>
        <p:spPr>
          <a:xfrm>
            <a:off x="533400" y="1276350"/>
            <a:ext cx="8153400" cy="3341370"/>
          </a:xfrm>
        </p:spPr>
        <p:txBody>
          <a:bodyPr>
            <a:normAutofit lnSpcReduction="10000"/>
          </a:bodyPr>
          <a:lstStyle/>
          <a:p>
            <a:r>
              <a:rPr lang="en-US" dirty="0">
                <a:latin typeface="Times New Roman" pitchFamily="18" charset="0"/>
                <a:cs typeface="Times New Roman" pitchFamily="18" charset="0"/>
              </a:rPr>
              <a:t>This project is a website for managing insurance services online.</a:t>
            </a:r>
          </a:p>
          <a:p>
            <a:r>
              <a:rPr lang="en-US" dirty="0">
                <a:latin typeface="Times New Roman" pitchFamily="18" charset="0"/>
                <a:cs typeface="Times New Roman" pitchFamily="18" charset="0"/>
              </a:rPr>
              <a:t>Customers can register, view and buy insurance policies.</a:t>
            </a:r>
          </a:p>
          <a:p>
            <a:r>
              <a:rPr lang="en-US" dirty="0">
                <a:latin typeface="Times New Roman" pitchFamily="18" charset="0"/>
                <a:cs typeface="Times New Roman" pitchFamily="18" charset="0"/>
              </a:rPr>
              <a:t>They can also pay premiums and submit claims easily.</a:t>
            </a:r>
          </a:p>
          <a:p>
            <a:r>
              <a:rPr lang="en-US" dirty="0">
                <a:latin typeface="Times New Roman" pitchFamily="18" charset="0"/>
                <a:cs typeface="Times New Roman" pitchFamily="18" charset="0"/>
              </a:rPr>
              <a:t>Admins manage users, approve policies, and view reports.</a:t>
            </a:r>
          </a:p>
          <a:p>
            <a:r>
              <a:rPr lang="en-US" dirty="0">
                <a:latin typeface="Times New Roman" pitchFamily="18" charset="0"/>
                <a:cs typeface="Times New Roman" pitchFamily="18" charset="0"/>
              </a:rPr>
              <a:t>The system is developed using HTML, CSS, PHP, and MySQL.</a:t>
            </a:r>
            <a:endParaRPr lang="en-IN" dirty="0">
              <a:latin typeface="Times New Roman" pitchFamily="18" charset="0"/>
              <a:cs typeface="Times New Roman" pitchFamily="18" charset="0"/>
            </a:endParaRPr>
          </a:p>
        </p:txBody>
      </p:sp>
      <p:pic>
        <p:nvPicPr>
          <p:cNvPr id="20" name="Picture 19">
            <a:extLst>
              <a:ext uri="{FF2B5EF4-FFF2-40B4-BE49-F238E27FC236}">
                <a16:creationId xmlns:a16="http://schemas.microsoft.com/office/drawing/2014/main" id="{07EC6BBB-045A-19B5-94A5-BD8440A16B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8477" y="10033"/>
            <a:ext cx="1143000" cy="1057275"/>
          </a:xfrm>
          <a:prstGeom prst="rect">
            <a:avLst/>
          </a:prstGeom>
        </p:spPr>
      </p:pic>
      <p:pic>
        <p:nvPicPr>
          <p:cNvPr id="21" name="object 5">
            <a:extLst>
              <a:ext uri="{FF2B5EF4-FFF2-40B4-BE49-F238E27FC236}">
                <a16:creationId xmlns:a16="http://schemas.microsoft.com/office/drawing/2014/main" id="{FFAC8EF6-61D9-10EA-C987-9D2FD2729A80}"/>
              </a:ext>
            </a:extLst>
          </p:cNvPr>
          <p:cNvPicPr/>
          <p:nvPr/>
        </p:nvPicPr>
        <p:blipFill>
          <a:blip r:embed="rId3" cstate="print"/>
          <a:stretch>
            <a:fillRect/>
          </a:stretch>
        </p:blipFill>
        <p:spPr>
          <a:xfrm>
            <a:off x="38100" y="10033"/>
            <a:ext cx="1066799" cy="1022732"/>
          </a:xfrm>
          <a:prstGeom prst="rect">
            <a:avLst/>
          </a:prstGeom>
        </p:spPr>
      </p:pic>
    </p:spTree>
    <p:extLst>
      <p:ext uri="{BB962C8B-B14F-4D97-AF65-F5344CB8AC3E}">
        <p14:creationId xmlns:p14="http://schemas.microsoft.com/office/powerpoint/2010/main" val="875433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F4323-5210-80A9-6891-2FD74992CE91}"/>
              </a:ext>
            </a:extLst>
          </p:cNvPr>
          <p:cNvSpPr>
            <a:spLocks noGrp="1"/>
          </p:cNvSpPr>
          <p:nvPr>
            <p:ph type="title"/>
          </p:nvPr>
        </p:nvSpPr>
        <p:spPr>
          <a:xfrm>
            <a:off x="0" y="-19051"/>
            <a:ext cx="9161477" cy="1069657"/>
          </a:xfrm>
          <a:solidFill>
            <a:schemeClr val="bg2">
              <a:lumMod val="75000"/>
            </a:schemeClr>
          </a:solidFill>
        </p:spPr>
        <p:txBody>
          <a:bodyPr anchor="ctr">
            <a:noAutofit/>
          </a:bodyPr>
          <a:lstStyle/>
          <a:p>
            <a:pPr algn="ctr"/>
            <a:r>
              <a:rPr lang="en-IN" b="1" dirty="0">
                <a:solidFill>
                  <a:schemeClr val="tx1"/>
                </a:solidFill>
                <a:latin typeface="Times New Roman" pitchFamily="18" charset="0"/>
                <a:cs typeface="Times New Roman" pitchFamily="18" charset="0"/>
              </a:rPr>
              <a:t>Introduction</a:t>
            </a:r>
            <a:endParaRPr lang="en-IN" sz="4000" b="1" dirty="0">
              <a:solidFill>
                <a:schemeClr val="tx1"/>
              </a:solidFill>
              <a:latin typeface="Times New Roman" pitchFamily="18" charset="0"/>
              <a:cs typeface="Times New Roman" pitchFamily="18" charset="0"/>
            </a:endParaRPr>
          </a:p>
        </p:txBody>
      </p:sp>
      <p:sp>
        <p:nvSpPr>
          <p:cNvPr id="6" name="Slide Number Placeholder 5">
            <a:extLst>
              <a:ext uri="{FF2B5EF4-FFF2-40B4-BE49-F238E27FC236}">
                <a16:creationId xmlns:a16="http://schemas.microsoft.com/office/drawing/2014/main" id="{921C23A5-3836-E986-E59E-625D0AB8CE91}"/>
              </a:ext>
            </a:extLst>
          </p:cNvPr>
          <p:cNvSpPr>
            <a:spLocks noGrp="1"/>
          </p:cNvSpPr>
          <p:nvPr>
            <p:ph type="sldNum" sz="quarter" idx="12"/>
          </p:nvPr>
        </p:nvSpPr>
        <p:spPr/>
        <p:txBody>
          <a:bodyPr/>
          <a:lstStyle/>
          <a:p>
            <a:pPr>
              <a:defRPr/>
            </a:pPr>
            <a:fld id="{0E14ABD8-B1EB-4C07-9937-C8C4E38BDF00}" type="slidenum">
              <a:rPr lang="en-US" altLang="en-US" smtClean="0"/>
              <a:pPr>
                <a:defRPr/>
              </a:pPr>
              <a:t>4</a:t>
            </a:fld>
            <a:endParaRPr lang="en-US" altLang="en-US"/>
          </a:p>
        </p:txBody>
      </p:sp>
      <p:sp>
        <p:nvSpPr>
          <p:cNvPr id="3" name="Content Placeholder 2">
            <a:extLst>
              <a:ext uri="{FF2B5EF4-FFF2-40B4-BE49-F238E27FC236}">
                <a16:creationId xmlns:a16="http://schemas.microsoft.com/office/drawing/2014/main" id="{5753BF69-1C78-F823-3EFC-69FA8564C97F}"/>
              </a:ext>
            </a:extLst>
          </p:cNvPr>
          <p:cNvSpPr>
            <a:spLocks noGrp="1"/>
          </p:cNvSpPr>
          <p:nvPr>
            <p:ph sz="quarter" idx="1"/>
          </p:nvPr>
        </p:nvSpPr>
        <p:spPr>
          <a:xfrm>
            <a:off x="304800" y="1200150"/>
            <a:ext cx="8382000" cy="3417570"/>
          </a:xfrm>
        </p:spPr>
        <p:txBody>
          <a:bodyPr/>
          <a:lstStyle/>
          <a:p>
            <a:r>
              <a:rPr lang="en-US" dirty="0">
                <a:latin typeface="Times New Roman" panose="02020603050405020304" pitchFamily="18" charset="0"/>
                <a:cs typeface="Times New Roman" panose="02020603050405020304" pitchFamily="18" charset="0"/>
              </a:rPr>
              <a:t>Managing insurance manually is slow and prone to errors. This system makes the process faster and more organized. It offers a simple online platform where both users and admins can carry out their tasks from anywhere.</a:t>
            </a:r>
            <a:endParaRPr lang="en-IN" dirty="0">
              <a:latin typeface="Times New Roman" panose="02020603050405020304" pitchFamily="18" charset="0"/>
              <a:cs typeface="Times New Roman" pitchFamily="18" charset="0"/>
            </a:endParaRPr>
          </a:p>
        </p:txBody>
      </p:sp>
      <p:pic>
        <p:nvPicPr>
          <p:cNvPr id="19" name="Picture 18">
            <a:extLst>
              <a:ext uri="{FF2B5EF4-FFF2-40B4-BE49-F238E27FC236}">
                <a16:creationId xmlns:a16="http://schemas.microsoft.com/office/drawing/2014/main" id="{70435348-15A1-53FC-4018-C101F3B118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8477" y="10033"/>
            <a:ext cx="1143000" cy="1057275"/>
          </a:xfrm>
          <a:prstGeom prst="rect">
            <a:avLst/>
          </a:prstGeom>
        </p:spPr>
      </p:pic>
      <p:pic>
        <p:nvPicPr>
          <p:cNvPr id="20" name="object 5">
            <a:extLst>
              <a:ext uri="{FF2B5EF4-FFF2-40B4-BE49-F238E27FC236}">
                <a16:creationId xmlns:a16="http://schemas.microsoft.com/office/drawing/2014/main" id="{0F1DB665-C94E-7D91-2D0B-A161655430F1}"/>
              </a:ext>
            </a:extLst>
          </p:cNvPr>
          <p:cNvPicPr/>
          <p:nvPr/>
        </p:nvPicPr>
        <p:blipFill>
          <a:blip r:embed="rId3" cstate="print"/>
          <a:stretch>
            <a:fillRect/>
          </a:stretch>
        </p:blipFill>
        <p:spPr>
          <a:xfrm>
            <a:off x="38100" y="10033"/>
            <a:ext cx="1066799" cy="1022732"/>
          </a:xfrm>
          <a:prstGeom prst="rect">
            <a:avLst/>
          </a:prstGeom>
        </p:spPr>
      </p:pic>
    </p:spTree>
    <p:extLst>
      <p:ext uri="{BB962C8B-B14F-4D97-AF65-F5344CB8AC3E}">
        <p14:creationId xmlns:p14="http://schemas.microsoft.com/office/powerpoint/2010/main" val="1414699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BB6BB-2415-497F-4C70-6A70B013581E}"/>
              </a:ext>
            </a:extLst>
          </p:cNvPr>
          <p:cNvSpPr>
            <a:spLocks noGrp="1"/>
          </p:cNvSpPr>
          <p:nvPr>
            <p:ph type="title"/>
          </p:nvPr>
        </p:nvSpPr>
        <p:spPr>
          <a:xfrm>
            <a:off x="0" y="0"/>
            <a:ext cx="9144000" cy="1057276"/>
          </a:xfrm>
          <a:solidFill>
            <a:schemeClr val="bg2">
              <a:lumMod val="75000"/>
            </a:schemeClr>
          </a:solidFill>
        </p:spPr>
        <p:txBody>
          <a:bodyPr anchor="ctr">
            <a:normAutofit/>
          </a:bodyPr>
          <a:lstStyle/>
          <a:p>
            <a:pPr algn="ctr"/>
            <a:r>
              <a:rPr lang="en-IN" b="1" dirty="0">
                <a:solidFill>
                  <a:schemeClr val="tx1"/>
                </a:solidFill>
                <a:latin typeface="Times New Roman" pitchFamily="18" charset="0"/>
                <a:cs typeface="Times New Roman" pitchFamily="18" charset="0"/>
              </a:rPr>
              <a:t>Database  - Concepts Used</a:t>
            </a:r>
            <a:endParaRPr lang="en-IN" sz="4000" b="1" dirty="0">
              <a:solidFill>
                <a:schemeClr val="tx1"/>
              </a:solidFill>
              <a:latin typeface="Times New Roman" pitchFamily="18" charset="0"/>
              <a:cs typeface="Times New Roman" pitchFamily="18" charset="0"/>
            </a:endParaRPr>
          </a:p>
        </p:txBody>
      </p:sp>
      <p:sp>
        <p:nvSpPr>
          <p:cNvPr id="6" name="Slide Number Placeholder 5">
            <a:extLst>
              <a:ext uri="{FF2B5EF4-FFF2-40B4-BE49-F238E27FC236}">
                <a16:creationId xmlns:a16="http://schemas.microsoft.com/office/drawing/2014/main" id="{05A628F9-F7CC-2DB8-AAC5-C0EF604976FD}"/>
              </a:ext>
            </a:extLst>
          </p:cNvPr>
          <p:cNvSpPr>
            <a:spLocks noGrp="1"/>
          </p:cNvSpPr>
          <p:nvPr>
            <p:ph type="sldNum" sz="quarter" idx="12"/>
          </p:nvPr>
        </p:nvSpPr>
        <p:spPr/>
        <p:txBody>
          <a:bodyPr/>
          <a:lstStyle/>
          <a:p>
            <a:pPr>
              <a:defRPr/>
            </a:pPr>
            <a:fld id="{0E14ABD8-B1EB-4C07-9937-C8C4E38BDF00}" type="slidenum">
              <a:rPr lang="en-US" altLang="en-US" smtClean="0"/>
              <a:pPr>
                <a:defRPr/>
              </a:pPr>
              <a:t>5</a:t>
            </a:fld>
            <a:endParaRPr lang="en-US" altLang="en-US"/>
          </a:p>
        </p:txBody>
      </p:sp>
      <p:pic>
        <p:nvPicPr>
          <p:cNvPr id="10" name="Picture 9">
            <a:extLst>
              <a:ext uri="{FF2B5EF4-FFF2-40B4-BE49-F238E27FC236}">
                <a16:creationId xmlns:a16="http://schemas.microsoft.com/office/drawing/2014/main" id="{216B8A78-A0A3-2ECC-4724-A820833681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8477" y="10033"/>
            <a:ext cx="1143000" cy="1057275"/>
          </a:xfrm>
          <a:prstGeom prst="rect">
            <a:avLst/>
          </a:prstGeom>
        </p:spPr>
      </p:pic>
      <p:pic>
        <p:nvPicPr>
          <p:cNvPr id="12" name="object 5">
            <a:extLst>
              <a:ext uri="{FF2B5EF4-FFF2-40B4-BE49-F238E27FC236}">
                <a16:creationId xmlns:a16="http://schemas.microsoft.com/office/drawing/2014/main" id="{B09B1B73-F80F-683C-4954-79B42ED2F9B4}"/>
              </a:ext>
            </a:extLst>
          </p:cNvPr>
          <p:cNvPicPr/>
          <p:nvPr/>
        </p:nvPicPr>
        <p:blipFill>
          <a:blip r:embed="rId3" cstate="print"/>
          <a:stretch>
            <a:fillRect/>
          </a:stretch>
        </p:blipFill>
        <p:spPr>
          <a:xfrm>
            <a:off x="38100" y="10033"/>
            <a:ext cx="1066799" cy="1022732"/>
          </a:xfrm>
          <a:prstGeom prst="rect">
            <a:avLst/>
          </a:prstGeom>
        </p:spPr>
      </p:pic>
      <p:sp>
        <p:nvSpPr>
          <p:cNvPr id="8" name="Rectangle 3">
            <a:extLst>
              <a:ext uri="{FF2B5EF4-FFF2-40B4-BE49-F238E27FC236}">
                <a16:creationId xmlns:a16="http://schemas.microsoft.com/office/drawing/2014/main" id="{262809EC-EAE7-C00F-6118-5C25178A2A5E}"/>
              </a:ext>
            </a:extLst>
          </p:cNvPr>
          <p:cNvSpPr>
            <a:spLocks noGrp="1" noChangeArrowheads="1"/>
          </p:cNvSpPr>
          <p:nvPr>
            <p:ph sz="quarter" idx="1"/>
          </p:nvPr>
        </p:nvSpPr>
        <p:spPr bwMode="auto">
          <a:xfrm>
            <a:off x="267629" y="649620"/>
            <a:ext cx="7892449" cy="3524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sz="1600" dirty="0">
                <a:latin typeface="Times New Roman" panose="02020603050405020304" pitchFamily="18" charset="0"/>
                <a:cs typeface="Times New Roman" panose="02020603050405020304" pitchFamily="18" charset="0"/>
              </a:rPr>
              <a:t>     </a:t>
            </a:r>
          </a:p>
          <a:p>
            <a:pPr>
              <a:buNone/>
            </a:pPr>
            <a:r>
              <a:rPr lang="en-US" sz="1600" dirty="0">
                <a:latin typeface="Times New Roman" panose="02020603050405020304" pitchFamily="18" charset="0"/>
                <a:cs typeface="Times New Roman" panose="02020603050405020304" pitchFamily="18" charset="0"/>
              </a:rPr>
              <a:t>     </a:t>
            </a:r>
          </a:p>
          <a:p>
            <a:pPr>
              <a:buNone/>
            </a:pPr>
            <a:r>
              <a:rPr lang="en-US" sz="1600" dirty="0">
                <a:latin typeface="Times New Roman" panose="02020603050405020304" pitchFamily="18" charset="0"/>
                <a:cs typeface="Times New Roman" panose="02020603050405020304" pitchFamily="18" charset="0"/>
              </a:rPr>
              <a:t>     The database in the Insurance Management System stores and manages important data such as customer profiles, insurance policies, premium payments, and claim records. Each type of data is stored in a separate table—like users, policies, payments, and claims—with clear relationships between them. This setup supports smooth and efficient CRUD (Create, Read, Update, Delete) operations.</a:t>
            </a:r>
          </a:p>
          <a:p>
            <a:r>
              <a:rPr lang="en-US" sz="1600" b="1" dirty="0">
                <a:latin typeface="Times New Roman" panose="02020603050405020304" pitchFamily="18" charset="0"/>
                <a:cs typeface="Times New Roman" panose="02020603050405020304" pitchFamily="18" charset="0"/>
              </a:rPr>
              <a:t>Normalization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database is normalized to avoid duplicate data and to keep the information consistent. Large tables are divided into smaller related tables to meet First Normal Form (1NF), Second Normal Form (2NF), and Third Normal Form (3NF). This helps improve system speed and makes the data easier to manage</a:t>
            </a:r>
            <a:r>
              <a:rPr lang="en-US" sz="1600" dirty="0"/>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05573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E59C3-EE03-14A4-E5AF-4CD445F6AB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DD53DC-FD92-2E8D-3A33-6E08EF5DCAD8}"/>
              </a:ext>
            </a:extLst>
          </p:cNvPr>
          <p:cNvSpPr>
            <a:spLocks noGrp="1"/>
          </p:cNvSpPr>
          <p:nvPr>
            <p:ph type="title"/>
          </p:nvPr>
        </p:nvSpPr>
        <p:spPr>
          <a:xfrm>
            <a:off x="0" y="0"/>
            <a:ext cx="9144000" cy="1057276"/>
          </a:xfrm>
          <a:solidFill>
            <a:schemeClr val="bg2">
              <a:lumMod val="75000"/>
            </a:schemeClr>
          </a:solidFill>
        </p:spPr>
        <p:txBody>
          <a:bodyPr anchor="ctr">
            <a:normAutofit/>
          </a:bodyPr>
          <a:lstStyle/>
          <a:p>
            <a:pPr algn="ctr"/>
            <a:r>
              <a:rPr lang="en-IN" b="1" dirty="0">
                <a:solidFill>
                  <a:schemeClr val="tx1"/>
                </a:solidFill>
                <a:latin typeface="Times New Roman" pitchFamily="18" charset="0"/>
                <a:cs typeface="Times New Roman" pitchFamily="18" charset="0"/>
              </a:rPr>
              <a:t>Database  - Concepts Used</a:t>
            </a:r>
            <a:endParaRPr lang="en-IN" sz="4000" b="1" dirty="0">
              <a:solidFill>
                <a:schemeClr val="tx1"/>
              </a:solidFill>
              <a:latin typeface="Times New Roman" pitchFamily="18" charset="0"/>
              <a:cs typeface="Times New Roman" pitchFamily="18" charset="0"/>
            </a:endParaRPr>
          </a:p>
        </p:txBody>
      </p:sp>
      <p:sp>
        <p:nvSpPr>
          <p:cNvPr id="6" name="Slide Number Placeholder 5">
            <a:extLst>
              <a:ext uri="{FF2B5EF4-FFF2-40B4-BE49-F238E27FC236}">
                <a16:creationId xmlns:a16="http://schemas.microsoft.com/office/drawing/2014/main" id="{3AA949E6-A03D-8CE6-25CC-8C0441996007}"/>
              </a:ext>
            </a:extLst>
          </p:cNvPr>
          <p:cNvSpPr>
            <a:spLocks noGrp="1"/>
          </p:cNvSpPr>
          <p:nvPr>
            <p:ph type="sldNum" sz="quarter" idx="12"/>
          </p:nvPr>
        </p:nvSpPr>
        <p:spPr/>
        <p:txBody>
          <a:bodyPr/>
          <a:lstStyle/>
          <a:p>
            <a:pPr>
              <a:defRPr/>
            </a:pPr>
            <a:fld id="{0E14ABD8-B1EB-4C07-9937-C8C4E38BDF00}" type="slidenum">
              <a:rPr lang="en-US" altLang="en-US" smtClean="0"/>
              <a:pPr>
                <a:defRPr/>
              </a:pPr>
              <a:t>6</a:t>
            </a:fld>
            <a:endParaRPr lang="en-US" altLang="en-US"/>
          </a:p>
        </p:txBody>
      </p:sp>
      <p:pic>
        <p:nvPicPr>
          <p:cNvPr id="10" name="Picture 9">
            <a:extLst>
              <a:ext uri="{FF2B5EF4-FFF2-40B4-BE49-F238E27FC236}">
                <a16:creationId xmlns:a16="http://schemas.microsoft.com/office/drawing/2014/main" id="{0E6A34E3-8D1E-E2DF-DA1C-4C02885B75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8477" y="10033"/>
            <a:ext cx="1143000" cy="1057275"/>
          </a:xfrm>
          <a:prstGeom prst="rect">
            <a:avLst/>
          </a:prstGeom>
        </p:spPr>
      </p:pic>
      <p:pic>
        <p:nvPicPr>
          <p:cNvPr id="12" name="object 5">
            <a:extLst>
              <a:ext uri="{FF2B5EF4-FFF2-40B4-BE49-F238E27FC236}">
                <a16:creationId xmlns:a16="http://schemas.microsoft.com/office/drawing/2014/main" id="{C399C5DB-26CD-F6B1-A259-4F392CC1659D}"/>
              </a:ext>
            </a:extLst>
          </p:cNvPr>
          <p:cNvPicPr/>
          <p:nvPr/>
        </p:nvPicPr>
        <p:blipFill>
          <a:blip r:embed="rId3" cstate="print"/>
          <a:stretch>
            <a:fillRect/>
          </a:stretch>
        </p:blipFill>
        <p:spPr>
          <a:xfrm>
            <a:off x="38100" y="10033"/>
            <a:ext cx="1066799" cy="1022732"/>
          </a:xfrm>
          <a:prstGeom prst="rect">
            <a:avLst/>
          </a:prstGeom>
        </p:spPr>
      </p:pic>
      <p:sp>
        <p:nvSpPr>
          <p:cNvPr id="8" name="Rectangle 3">
            <a:extLst>
              <a:ext uri="{FF2B5EF4-FFF2-40B4-BE49-F238E27FC236}">
                <a16:creationId xmlns:a16="http://schemas.microsoft.com/office/drawing/2014/main" id="{B9A6EDEC-0204-35BB-AFB0-4F9FA8998231}"/>
              </a:ext>
            </a:extLst>
          </p:cNvPr>
          <p:cNvSpPr>
            <a:spLocks noGrp="1" noChangeArrowheads="1"/>
          </p:cNvSpPr>
          <p:nvPr>
            <p:ph sz="quarter" idx="1"/>
          </p:nvPr>
        </p:nvSpPr>
        <p:spPr bwMode="auto">
          <a:xfrm>
            <a:off x="267629" y="341844"/>
            <a:ext cx="7892449" cy="4139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sz="1600" dirty="0">
                <a:latin typeface="Times New Roman" panose="02020603050405020304" pitchFamily="18" charset="0"/>
                <a:cs typeface="Times New Roman" panose="02020603050405020304" pitchFamily="18" charset="0"/>
              </a:rPr>
              <a:t>     </a:t>
            </a:r>
          </a:p>
          <a:p>
            <a:pPr>
              <a:buNone/>
            </a:pPr>
            <a:r>
              <a:rPr lang="en-US" sz="1600" dirty="0">
                <a:latin typeface="Times New Roman" panose="02020603050405020304" pitchFamily="18" charset="0"/>
                <a:cs typeface="Times New Roman" panose="02020603050405020304" pitchFamily="18" charset="0"/>
              </a:rPr>
              <a:t>     </a:t>
            </a:r>
          </a:p>
          <a:p>
            <a:pPr>
              <a:buNone/>
            </a:pPr>
            <a:r>
              <a:rPr lang="en-US" sz="16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SQL Operations (DML Examples)</a:t>
            </a:r>
            <a:br>
              <a:rPr lang="en-US" sz="1400" b="1"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The system uses SQL commands to handle the data:</a:t>
            </a:r>
          </a:p>
          <a:p>
            <a:pPr marL="0" indent="0">
              <a:buNone/>
            </a:pPr>
            <a:r>
              <a:rPr lang="en-US" sz="1400" dirty="0">
                <a:latin typeface="Times New Roman" panose="02020603050405020304" pitchFamily="18" charset="0"/>
                <a:cs typeface="Times New Roman" panose="02020603050405020304" pitchFamily="18" charset="0"/>
              </a:rPr>
              <a:t>           INSERT INTO policies (</a:t>
            </a:r>
            <a:r>
              <a:rPr lang="en-US" sz="1400" dirty="0" err="1">
                <a:latin typeface="Times New Roman" panose="02020603050405020304" pitchFamily="18" charset="0"/>
                <a:cs typeface="Times New Roman" panose="02020603050405020304" pitchFamily="18" charset="0"/>
              </a:rPr>
              <a:t>policy_name</a:t>
            </a:r>
            <a:r>
              <a:rPr lang="en-US" sz="1400" dirty="0">
                <a:latin typeface="Times New Roman" panose="02020603050405020304" pitchFamily="18" charset="0"/>
                <a:cs typeface="Times New Roman" panose="02020603050405020304" pitchFamily="18" charset="0"/>
              </a:rPr>
              <a:t>, premium, duration) VALUES ('Health Plan', 5000, '1 Year’);</a:t>
            </a:r>
          </a:p>
          <a:p>
            <a:pPr marL="0" indent="0">
              <a:buNone/>
            </a:pPr>
            <a:r>
              <a:rPr lang="en-US" sz="1400" dirty="0">
                <a:latin typeface="Times New Roman" panose="02020603050405020304" pitchFamily="18" charset="0"/>
                <a:cs typeface="Times New Roman" panose="02020603050405020304" pitchFamily="18" charset="0"/>
              </a:rPr>
              <a:t>           SELECT * FROM claims WHERE </a:t>
            </a:r>
            <a:r>
              <a:rPr lang="en-US" sz="1400" dirty="0" err="1">
                <a:latin typeface="Times New Roman" panose="02020603050405020304" pitchFamily="18" charset="0"/>
                <a:cs typeface="Times New Roman" panose="02020603050405020304" pitchFamily="18" charset="0"/>
              </a:rPr>
              <a:t>claim_status</a:t>
            </a:r>
            <a:r>
              <a:rPr lang="en-US" sz="1400" dirty="0">
                <a:latin typeface="Times New Roman" panose="02020603050405020304" pitchFamily="18" charset="0"/>
                <a:cs typeface="Times New Roman" panose="02020603050405020304" pitchFamily="18" charset="0"/>
              </a:rPr>
              <a:t> = 'Pending’;</a:t>
            </a:r>
          </a:p>
          <a:p>
            <a:pPr marL="0" indent="0">
              <a:buNone/>
            </a:pPr>
            <a:r>
              <a:rPr lang="en-US" sz="1400" dirty="0">
                <a:latin typeface="Times New Roman" panose="02020603050405020304" pitchFamily="18" charset="0"/>
                <a:cs typeface="Times New Roman" panose="02020603050405020304" pitchFamily="18" charset="0"/>
              </a:rPr>
              <a:t>           DELETE FROM users WHERE </a:t>
            </a:r>
            <a:r>
              <a:rPr lang="en-US" sz="1400" dirty="0" err="1">
                <a:latin typeface="Times New Roman" panose="02020603050405020304" pitchFamily="18" charset="0"/>
                <a:cs typeface="Times New Roman" panose="02020603050405020304" pitchFamily="18" charset="0"/>
              </a:rPr>
              <a:t>user_id</a:t>
            </a:r>
            <a:r>
              <a:rPr lang="en-US" sz="1400" dirty="0">
                <a:latin typeface="Times New Roman" panose="02020603050405020304" pitchFamily="18" charset="0"/>
                <a:cs typeface="Times New Roman" panose="02020603050405020304" pitchFamily="18" charset="0"/>
              </a:rPr>
              <a:t> = 5;</a:t>
            </a:r>
          </a:p>
          <a:p>
            <a:pPr>
              <a:buNone/>
            </a:pPr>
            <a:r>
              <a:rPr lang="en-US" sz="1400" b="1" dirty="0">
                <a:latin typeface="Times New Roman" panose="02020603050405020304" pitchFamily="18" charset="0"/>
                <a:cs typeface="Times New Roman" panose="02020603050405020304" pitchFamily="18" charset="0"/>
              </a:rPr>
              <a:t>      Keys Used</a:t>
            </a:r>
          </a:p>
          <a:p>
            <a:r>
              <a:rPr lang="en-US" sz="1400" b="1" dirty="0">
                <a:latin typeface="Times New Roman" panose="02020603050405020304" pitchFamily="18" charset="0"/>
                <a:cs typeface="Times New Roman" panose="02020603050405020304" pitchFamily="18" charset="0"/>
              </a:rPr>
              <a:t>Primary Key: </a:t>
            </a:r>
            <a:r>
              <a:rPr lang="en-US" sz="1400" dirty="0">
                <a:latin typeface="Times New Roman" panose="02020603050405020304" pitchFamily="18" charset="0"/>
                <a:cs typeface="Times New Roman" panose="02020603050405020304" pitchFamily="18" charset="0"/>
              </a:rPr>
              <a:t>A unique ID is assigned to each record.</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Example: </a:t>
            </a:r>
            <a:r>
              <a:rPr lang="en-US" sz="1400" dirty="0" err="1">
                <a:latin typeface="Times New Roman" panose="02020603050405020304" pitchFamily="18" charset="0"/>
                <a:cs typeface="Times New Roman" panose="02020603050405020304" pitchFamily="18" charset="0"/>
              </a:rPr>
              <a:t>users.user_id</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policies.policy_id</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claims.claim_id</a:t>
            </a:r>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Foreign Key: </a:t>
            </a:r>
            <a:r>
              <a:rPr lang="en-US" sz="1400" dirty="0">
                <a:latin typeface="Times New Roman" panose="02020603050405020304" pitchFamily="18" charset="0"/>
                <a:cs typeface="Times New Roman" panose="02020603050405020304" pitchFamily="18" charset="0"/>
              </a:rPr>
              <a:t>Used to connect tables to each other.</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Example: </a:t>
            </a:r>
            <a:r>
              <a:rPr lang="en-US" sz="1400" dirty="0" err="1">
                <a:latin typeface="Times New Roman" panose="02020603050405020304" pitchFamily="18" charset="0"/>
                <a:cs typeface="Times New Roman" panose="02020603050405020304" pitchFamily="18" charset="0"/>
              </a:rPr>
              <a:t>claims.user_id</a:t>
            </a:r>
            <a:r>
              <a:rPr lang="en-US" sz="1400" dirty="0">
                <a:latin typeface="Times New Roman" panose="02020603050405020304" pitchFamily="18" charset="0"/>
                <a:cs typeface="Times New Roman" panose="02020603050405020304" pitchFamily="18" charset="0"/>
              </a:rPr>
              <a:t> links to </a:t>
            </a:r>
            <a:r>
              <a:rPr lang="en-US" sz="1400" dirty="0" err="1">
                <a:latin typeface="Times New Roman" panose="02020603050405020304" pitchFamily="18" charset="0"/>
                <a:cs typeface="Times New Roman" panose="02020603050405020304" pitchFamily="18" charset="0"/>
              </a:rPr>
              <a:t>users.user_id</a:t>
            </a:r>
            <a:r>
              <a:rPr lang="en-US" sz="1400" dirty="0">
                <a:latin typeface="Times New Roman" panose="02020603050405020304" pitchFamily="18" charset="0"/>
                <a:cs typeface="Times New Roman" panose="02020603050405020304" pitchFamily="18" charset="0"/>
              </a:rPr>
              <a:t> to show which user filed the claim</a:t>
            </a:r>
          </a:p>
          <a:p>
            <a:r>
              <a:rPr lang="en-US" sz="1400" b="1" dirty="0">
                <a:latin typeface="Times New Roman" panose="02020603050405020304" pitchFamily="18" charset="0"/>
                <a:cs typeface="Times New Roman" panose="02020603050405020304" pitchFamily="18" charset="0"/>
              </a:rPr>
              <a:t>Composite Key (if used): </a:t>
            </a:r>
            <a:r>
              <a:rPr lang="en-US" sz="1400" dirty="0">
                <a:latin typeface="Times New Roman" panose="02020603050405020304" pitchFamily="18" charset="0"/>
                <a:cs typeface="Times New Roman" panose="02020603050405020304" pitchFamily="18" charset="0"/>
              </a:rPr>
              <a:t>Can be created in tables like </a:t>
            </a:r>
            <a:r>
              <a:rPr lang="en-US" sz="1400" dirty="0" err="1">
                <a:latin typeface="Times New Roman" panose="02020603050405020304" pitchFamily="18" charset="0"/>
                <a:cs typeface="Times New Roman" panose="02020603050405020304" pitchFamily="18" charset="0"/>
              </a:rPr>
              <a:t>premium_payments</a:t>
            </a:r>
            <a:r>
              <a:rPr lang="en-US" sz="1400" dirty="0">
                <a:latin typeface="Times New Roman" panose="02020603050405020304" pitchFamily="18" charset="0"/>
                <a:cs typeface="Times New Roman" panose="02020603050405020304" pitchFamily="18" charset="0"/>
              </a:rPr>
              <a:t> using (</a:t>
            </a:r>
            <a:r>
              <a:rPr lang="en-US" sz="1400" dirty="0" err="1">
                <a:latin typeface="Times New Roman" panose="02020603050405020304" pitchFamily="18" charset="0"/>
                <a:cs typeface="Times New Roman" panose="02020603050405020304" pitchFamily="18" charset="0"/>
              </a:rPr>
              <a:t>user_id</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policy_id</a:t>
            </a:r>
            <a:r>
              <a:rPr lang="en-US" sz="1400" dirty="0">
                <a:latin typeface="Times New Roman" panose="02020603050405020304" pitchFamily="18" charset="0"/>
                <a:cs typeface="Times New Roman" panose="02020603050405020304" pitchFamily="18" charset="0"/>
              </a:rPr>
              <a:t>) to track payments for a specific user-policy combination.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1953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7FB43-016D-4DDB-52D8-BCF00F70ED73}"/>
              </a:ext>
            </a:extLst>
          </p:cNvPr>
          <p:cNvSpPr>
            <a:spLocks noGrp="1"/>
          </p:cNvSpPr>
          <p:nvPr>
            <p:ph type="title"/>
          </p:nvPr>
        </p:nvSpPr>
        <p:spPr>
          <a:xfrm>
            <a:off x="1" y="-7238"/>
            <a:ext cx="9144000" cy="1040003"/>
          </a:xfrm>
          <a:solidFill>
            <a:schemeClr val="bg2">
              <a:lumMod val="75000"/>
            </a:schemeClr>
          </a:solidFill>
        </p:spPr>
        <p:txBody>
          <a:bodyPr anchor="ctr">
            <a:normAutofit/>
          </a:bodyPr>
          <a:lstStyle/>
          <a:p>
            <a:pPr algn="ctr"/>
            <a:r>
              <a:rPr lang="en-IN" b="1" dirty="0">
                <a:solidFill>
                  <a:schemeClr val="tx1"/>
                </a:solidFill>
                <a:latin typeface="Times New Roman" pitchFamily="18" charset="0"/>
                <a:cs typeface="Times New Roman" pitchFamily="18" charset="0"/>
              </a:rPr>
              <a:t>Proposed Architecture</a:t>
            </a:r>
            <a:endParaRPr lang="en-IN" sz="4000" b="1" dirty="0">
              <a:solidFill>
                <a:schemeClr val="tx1"/>
              </a:solidFill>
              <a:latin typeface="Times New Roman" pitchFamily="18" charset="0"/>
              <a:cs typeface="Times New Roman" pitchFamily="18" charset="0"/>
            </a:endParaRPr>
          </a:p>
        </p:txBody>
      </p:sp>
      <p:sp>
        <p:nvSpPr>
          <p:cNvPr id="6" name="Slide Number Placeholder 5">
            <a:extLst>
              <a:ext uri="{FF2B5EF4-FFF2-40B4-BE49-F238E27FC236}">
                <a16:creationId xmlns:a16="http://schemas.microsoft.com/office/drawing/2014/main" id="{5466DEE7-B5D1-AD74-0657-7CAE2D6C0712}"/>
              </a:ext>
            </a:extLst>
          </p:cNvPr>
          <p:cNvSpPr>
            <a:spLocks noGrp="1"/>
          </p:cNvSpPr>
          <p:nvPr>
            <p:ph type="sldNum" sz="quarter" idx="12"/>
          </p:nvPr>
        </p:nvSpPr>
        <p:spPr/>
        <p:txBody>
          <a:bodyPr/>
          <a:lstStyle/>
          <a:p>
            <a:pPr>
              <a:defRPr/>
            </a:pPr>
            <a:fld id="{0E14ABD8-B1EB-4C07-9937-C8C4E38BDF00}" type="slidenum">
              <a:rPr lang="en-US" altLang="en-US" smtClean="0"/>
              <a:pPr>
                <a:defRPr/>
              </a:pPr>
              <a:t>7</a:t>
            </a:fld>
            <a:endParaRPr lang="en-US" altLang="en-US"/>
          </a:p>
        </p:txBody>
      </p:sp>
      <p:pic>
        <p:nvPicPr>
          <p:cNvPr id="5" name="Content Placeholder 4">
            <a:extLst>
              <a:ext uri="{FF2B5EF4-FFF2-40B4-BE49-F238E27FC236}">
                <a16:creationId xmlns:a16="http://schemas.microsoft.com/office/drawing/2014/main" id="{CCCA1248-73E7-6D24-CB32-A6EDBE5D432F}"/>
              </a:ext>
            </a:extLst>
          </p:cNvPr>
          <p:cNvPicPr>
            <a:picLocks noGrp="1" noChangeAspect="1"/>
          </p:cNvPicPr>
          <p:nvPr>
            <p:ph sz="quarter" idx="1"/>
          </p:nvPr>
        </p:nvPicPr>
        <p:blipFill>
          <a:blip r:embed="rId2"/>
          <a:srcRect t="9594"/>
          <a:stretch/>
        </p:blipFill>
        <p:spPr>
          <a:xfrm>
            <a:off x="841211" y="1160424"/>
            <a:ext cx="7461577" cy="3479180"/>
          </a:xfrm>
        </p:spPr>
      </p:pic>
      <p:pic>
        <p:nvPicPr>
          <p:cNvPr id="7" name="object 5">
            <a:extLst>
              <a:ext uri="{FF2B5EF4-FFF2-40B4-BE49-F238E27FC236}">
                <a16:creationId xmlns:a16="http://schemas.microsoft.com/office/drawing/2014/main" id="{6D48B8F0-0AD5-D307-A1F1-B27D4ACB7075}"/>
              </a:ext>
            </a:extLst>
          </p:cNvPr>
          <p:cNvPicPr/>
          <p:nvPr/>
        </p:nvPicPr>
        <p:blipFill>
          <a:blip r:embed="rId3" cstate="print"/>
          <a:stretch>
            <a:fillRect/>
          </a:stretch>
        </p:blipFill>
        <p:spPr>
          <a:xfrm>
            <a:off x="38100" y="10033"/>
            <a:ext cx="1066799" cy="1022732"/>
          </a:xfrm>
          <a:prstGeom prst="rect">
            <a:avLst/>
          </a:prstGeom>
        </p:spPr>
      </p:pic>
      <p:pic>
        <p:nvPicPr>
          <p:cNvPr id="9" name="Picture 8">
            <a:extLst>
              <a:ext uri="{FF2B5EF4-FFF2-40B4-BE49-F238E27FC236}">
                <a16:creationId xmlns:a16="http://schemas.microsoft.com/office/drawing/2014/main" id="{C3A63BE4-F97A-306D-56DB-88E25901AC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18477" y="10033"/>
            <a:ext cx="1143000" cy="1057275"/>
          </a:xfrm>
          <a:prstGeom prst="rect">
            <a:avLst/>
          </a:prstGeom>
        </p:spPr>
      </p:pic>
    </p:spTree>
    <p:extLst>
      <p:ext uri="{BB962C8B-B14F-4D97-AF65-F5344CB8AC3E}">
        <p14:creationId xmlns:p14="http://schemas.microsoft.com/office/powerpoint/2010/main" val="77718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63E8D-3F63-8ED5-2478-E9C00D1B15F2}"/>
              </a:ext>
            </a:extLst>
          </p:cNvPr>
          <p:cNvSpPr>
            <a:spLocks noGrp="1"/>
          </p:cNvSpPr>
          <p:nvPr>
            <p:ph type="title"/>
          </p:nvPr>
        </p:nvSpPr>
        <p:spPr>
          <a:xfrm>
            <a:off x="0" y="-1"/>
            <a:ext cx="9144000" cy="1057275"/>
          </a:xfrm>
          <a:solidFill>
            <a:schemeClr val="bg2">
              <a:lumMod val="75000"/>
            </a:schemeClr>
          </a:solidFill>
        </p:spPr>
        <p:txBody>
          <a:bodyPr anchor="ctr">
            <a:normAutofit/>
          </a:bodyPr>
          <a:lstStyle/>
          <a:p>
            <a:pPr algn="ctr"/>
            <a:r>
              <a:rPr lang="en-IN" b="1" dirty="0">
                <a:solidFill>
                  <a:schemeClr val="tx1"/>
                </a:solidFill>
                <a:latin typeface="Times New Roman" pitchFamily="18" charset="0"/>
                <a:cs typeface="Times New Roman" pitchFamily="18" charset="0"/>
              </a:rPr>
              <a:t>Proposed Architecture - Description</a:t>
            </a:r>
            <a:endParaRPr lang="en-IN" sz="4000" b="1" dirty="0">
              <a:solidFill>
                <a:schemeClr val="tx1"/>
              </a:solidFill>
              <a:latin typeface="Times New Roman" pitchFamily="18" charset="0"/>
              <a:cs typeface="Times New Roman" pitchFamily="18" charset="0"/>
            </a:endParaRPr>
          </a:p>
        </p:txBody>
      </p:sp>
      <p:sp>
        <p:nvSpPr>
          <p:cNvPr id="6" name="Slide Number Placeholder 5">
            <a:extLst>
              <a:ext uri="{FF2B5EF4-FFF2-40B4-BE49-F238E27FC236}">
                <a16:creationId xmlns:a16="http://schemas.microsoft.com/office/drawing/2014/main" id="{9C1B7B88-F6CF-BB6D-6BBC-27F7045B413C}"/>
              </a:ext>
            </a:extLst>
          </p:cNvPr>
          <p:cNvSpPr>
            <a:spLocks noGrp="1"/>
          </p:cNvSpPr>
          <p:nvPr>
            <p:ph type="sldNum" sz="quarter" idx="12"/>
          </p:nvPr>
        </p:nvSpPr>
        <p:spPr/>
        <p:txBody>
          <a:bodyPr/>
          <a:lstStyle/>
          <a:p>
            <a:pPr>
              <a:defRPr/>
            </a:pPr>
            <a:fld id="{0E14ABD8-B1EB-4C07-9937-C8C4E38BDF00}" type="slidenum">
              <a:rPr lang="en-US" altLang="en-US" smtClean="0"/>
              <a:pPr>
                <a:defRPr/>
              </a:pPr>
              <a:t>8</a:t>
            </a:fld>
            <a:endParaRPr lang="en-US" altLang="en-US"/>
          </a:p>
        </p:txBody>
      </p:sp>
      <p:sp>
        <p:nvSpPr>
          <p:cNvPr id="3" name="Content Placeholder 2">
            <a:extLst>
              <a:ext uri="{FF2B5EF4-FFF2-40B4-BE49-F238E27FC236}">
                <a16:creationId xmlns:a16="http://schemas.microsoft.com/office/drawing/2014/main" id="{CC760B63-A96A-6A6A-36D0-908FBAB9B943}"/>
              </a:ext>
            </a:extLst>
          </p:cNvPr>
          <p:cNvSpPr>
            <a:spLocks noGrp="1"/>
          </p:cNvSpPr>
          <p:nvPr>
            <p:ph sz="quarter" idx="1"/>
          </p:nvPr>
        </p:nvSpPr>
        <p:spPr>
          <a:xfrm>
            <a:off x="457200" y="1428750"/>
            <a:ext cx="8229600" cy="3188970"/>
          </a:xfrm>
        </p:spPr>
        <p:txBody>
          <a:bodyPr>
            <a:normAutofit fontScale="92500" lnSpcReduction="10000"/>
          </a:bodyPr>
          <a:lstStyle/>
          <a:p>
            <a:r>
              <a:rPr lang="en-US" dirty="0">
                <a:latin typeface="Times New Roman" pitchFamily="18" charset="0"/>
                <a:cs typeface="Times New Roman" pitchFamily="18" charset="0"/>
              </a:rPr>
              <a:t>Users access the system using a web browser</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Customers can register, login, and view/buy insurance policies</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Admins login to view policy applications, approve/reject them, and view claims</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All actions are stored and tracked using a MySQL database</a:t>
            </a:r>
          </a:p>
          <a:p>
            <a:endParaRPr lang="en-IN" dirty="0">
              <a:latin typeface="Times New Roman" pitchFamily="18" charset="0"/>
              <a:cs typeface="Times New Roman" pitchFamily="18" charset="0"/>
            </a:endParaRPr>
          </a:p>
        </p:txBody>
      </p:sp>
      <p:pic>
        <p:nvPicPr>
          <p:cNvPr id="7" name="object 5">
            <a:extLst>
              <a:ext uri="{FF2B5EF4-FFF2-40B4-BE49-F238E27FC236}">
                <a16:creationId xmlns:a16="http://schemas.microsoft.com/office/drawing/2014/main" id="{2408F93F-270A-FFEC-1A83-4B1052AABB94}"/>
              </a:ext>
            </a:extLst>
          </p:cNvPr>
          <p:cNvPicPr/>
          <p:nvPr/>
        </p:nvPicPr>
        <p:blipFill>
          <a:blip r:embed="rId2" cstate="print"/>
          <a:stretch>
            <a:fillRect/>
          </a:stretch>
        </p:blipFill>
        <p:spPr>
          <a:xfrm>
            <a:off x="38100" y="10033"/>
            <a:ext cx="1066799" cy="1022732"/>
          </a:xfrm>
          <a:prstGeom prst="rect">
            <a:avLst/>
          </a:prstGeom>
        </p:spPr>
      </p:pic>
      <p:pic>
        <p:nvPicPr>
          <p:cNvPr id="9" name="Picture 8">
            <a:extLst>
              <a:ext uri="{FF2B5EF4-FFF2-40B4-BE49-F238E27FC236}">
                <a16:creationId xmlns:a16="http://schemas.microsoft.com/office/drawing/2014/main" id="{8647F880-EAEF-439A-566A-C64F1489A2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8477" y="10033"/>
            <a:ext cx="1143000" cy="1057275"/>
          </a:xfrm>
          <a:prstGeom prst="rect">
            <a:avLst/>
          </a:prstGeom>
        </p:spPr>
      </p:pic>
    </p:spTree>
    <p:extLst>
      <p:ext uri="{BB962C8B-B14F-4D97-AF65-F5344CB8AC3E}">
        <p14:creationId xmlns:p14="http://schemas.microsoft.com/office/powerpoint/2010/main" val="3458201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0E8CD-B6C3-C340-0D91-BCD437C40468}"/>
              </a:ext>
            </a:extLst>
          </p:cNvPr>
          <p:cNvSpPr>
            <a:spLocks noGrp="1"/>
          </p:cNvSpPr>
          <p:nvPr>
            <p:ph type="title"/>
          </p:nvPr>
        </p:nvSpPr>
        <p:spPr>
          <a:xfrm>
            <a:off x="0" y="0"/>
            <a:ext cx="9144000" cy="1057275"/>
          </a:xfrm>
          <a:solidFill>
            <a:schemeClr val="bg2">
              <a:lumMod val="75000"/>
            </a:schemeClr>
          </a:solidFill>
        </p:spPr>
        <p:txBody>
          <a:bodyPr anchor="ctr">
            <a:normAutofit/>
          </a:bodyPr>
          <a:lstStyle/>
          <a:p>
            <a:pPr algn="ctr"/>
            <a:r>
              <a:rPr lang="en-IN" b="1" dirty="0">
                <a:solidFill>
                  <a:schemeClr val="tx1"/>
                </a:solidFill>
                <a:latin typeface="Times New Roman" pitchFamily="18" charset="0"/>
                <a:cs typeface="Times New Roman" pitchFamily="18" charset="0"/>
              </a:rPr>
              <a:t>List of Modules</a:t>
            </a:r>
          </a:p>
        </p:txBody>
      </p:sp>
      <p:sp>
        <p:nvSpPr>
          <p:cNvPr id="6" name="Slide Number Placeholder 5">
            <a:extLst>
              <a:ext uri="{FF2B5EF4-FFF2-40B4-BE49-F238E27FC236}">
                <a16:creationId xmlns:a16="http://schemas.microsoft.com/office/drawing/2014/main" id="{2A144F88-4A41-564C-4A77-41044675C317}"/>
              </a:ext>
            </a:extLst>
          </p:cNvPr>
          <p:cNvSpPr>
            <a:spLocks noGrp="1"/>
          </p:cNvSpPr>
          <p:nvPr>
            <p:ph type="sldNum" sz="quarter" idx="12"/>
          </p:nvPr>
        </p:nvSpPr>
        <p:spPr/>
        <p:txBody>
          <a:bodyPr/>
          <a:lstStyle/>
          <a:p>
            <a:pPr>
              <a:defRPr/>
            </a:pPr>
            <a:fld id="{0E14ABD8-B1EB-4C07-9937-C8C4E38BDF00}" type="slidenum">
              <a:rPr lang="en-US" altLang="en-US" smtClean="0"/>
              <a:pPr>
                <a:defRPr/>
              </a:pPr>
              <a:t>9</a:t>
            </a:fld>
            <a:endParaRPr lang="en-US" altLang="en-US"/>
          </a:p>
        </p:txBody>
      </p:sp>
      <p:sp>
        <p:nvSpPr>
          <p:cNvPr id="3" name="Content Placeholder 2">
            <a:extLst>
              <a:ext uri="{FF2B5EF4-FFF2-40B4-BE49-F238E27FC236}">
                <a16:creationId xmlns:a16="http://schemas.microsoft.com/office/drawing/2014/main" id="{F498DCEC-7ACA-7687-5074-5D991881E0C3}"/>
              </a:ext>
            </a:extLst>
          </p:cNvPr>
          <p:cNvSpPr>
            <a:spLocks noGrp="1"/>
          </p:cNvSpPr>
          <p:nvPr>
            <p:ph sz="quarter" idx="1"/>
          </p:nvPr>
        </p:nvSpPr>
        <p:spPr>
          <a:xfrm>
            <a:off x="381000" y="1352550"/>
            <a:ext cx="8305800" cy="3265170"/>
          </a:xfrm>
        </p:spPr>
        <p:txBody>
          <a:bodyPr>
            <a:normAutofit fontScale="62500" lnSpcReduction="20000"/>
          </a:bodyPr>
          <a:lstStyle/>
          <a:p>
            <a:r>
              <a:rPr lang="en-US" dirty="0">
                <a:latin typeface="Times New Roman" pitchFamily="18" charset="0"/>
                <a:cs typeface="Times New Roman" pitchFamily="18" charset="0"/>
              </a:rPr>
              <a:t>User Login &amp; Registration</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Admin Dashboard</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Policy Management</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Premium Payments</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Claim Processing</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Reports and Logs</a:t>
            </a:r>
            <a:endParaRPr lang="en-IN" dirty="0">
              <a:latin typeface="Times New Roman" pitchFamily="18" charset="0"/>
              <a:cs typeface="Times New Roman" pitchFamily="18" charset="0"/>
            </a:endParaRPr>
          </a:p>
        </p:txBody>
      </p:sp>
      <p:pic>
        <p:nvPicPr>
          <p:cNvPr id="7" name="object 5">
            <a:extLst>
              <a:ext uri="{FF2B5EF4-FFF2-40B4-BE49-F238E27FC236}">
                <a16:creationId xmlns:a16="http://schemas.microsoft.com/office/drawing/2014/main" id="{1B2F2603-2E69-2438-C1AC-61E6CED390F7}"/>
              </a:ext>
            </a:extLst>
          </p:cNvPr>
          <p:cNvPicPr/>
          <p:nvPr/>
        </p:nvPicPr>
        <p:blipFill>
          <a:blip r:embed="rId3" cstate="print"/>
          <a:stretch>
            <a:fillRect/>
          </a:stretch>
        </p:blipFill>
        <p:spPr>
          <a:xfrm>
            <a:off x="38100" y="10033"/>
            <a:ext cx="1066799" cy="1022732"/>
          </a:xfrm>
          <a:prstGeom prst="rect">
            <a:avLst/>
          </a:prstGeom>
        </p:spPr>
      </p:pic>
      <p:pic>
        <p:nvPicPr>
          <p:cNvPr id="9" name="Picture 8">
            <a:extLst>
              <a:ext uri="{FF2B5EF4-FFF2-40B4-BE49-F238E27FC236}">
                <a16:creationId xmlns:a16="http://schemas.microsoft.com/office/drawing/2014/main" id="{3072670C-CD04-4F73-6617-49B6B5C86B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18477" y="10033"/>
            <a:ext cx="1143000" cy="1057275"/>
          </a:xfrm>
          <a:prstGeom prst="rect">
            <a:avLst/>
          </a:prstGeom>
        </p:spPr>
      </p:pic>
    </p:spTree>
    <p:extLst>
      <p:ext uri="{BB962C8B-B14F-4D97-AF65-F5344CB8AC3E}">
        <p14:creationId xmlns:p14="http://schemas.microsoft.com/office/powerpoint/2010/main" val="3538875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4000" cy="1067309"/>
          </a:xfrm>
          <a:solidFill>
            <a:schemeClr val="bg2">
              <a:lumMod val="75000"/>
            </a:schemeClr>
          </a:solidFill>
        </p:spPr>
        <p:txBody>
          <a:bodyPr anchor="ctr">
            <a:normAutofit/>
          </a:bodyPr>
          <a:lstStyle/>
          <a:p>
            <a:pPr algn="ctr"/>
            <a:r>
              <a:rPr lang="en-IN" b="1" dirty="0">
                <a:solidFill>
                  <a:schemeClr val="tx1"/>
                </a:solidFill>
                <a:latin typeface="Times New Roman" pitchFamily="18" charset="0"/>
                <a:cs typeface="Times New Roman" pitchFamily="18" charset="0"/>
              </a:rPr>
              <a:t>Module Description</a:t>
            </a:r>
            <a:endParaRPr lang="en-US" b="1"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10</a:t>
            </a:fld>
            <a:endParaRPr lang="en-US" altLang="en-US"/>
          </a:p>
        </p:txBody>
      </p:sp>
      <p:sp>
        <p:nvSpPr>
          <p:cNvPr id="5" name="Content Placeholder 4"/>
          <p:cNvSpPr>
            <a:spLocks noGrp="1"/>
          </p:cNvSpPr>
          <p:nvPr>
            <p:ph sz="quarter" idx="1"/>
          </p:nvPr>
        </p:nvSpPr>
        <p:spPr>
          <a:xfrm>
            <a:off x="533400" y="1200150"/>
            <a:ext cx="8153400" cy="3417570"/>
          </a:xfrm>
        </p:spPr>
        <p:txBody>
          <a:bodyPr/>
          <a:lstStyle/>
          <a:p>
            <a:pPr marL="0" indent="0">
              <a:buNone/>
            </a:pPr>
            <a:r>
              <a:rPr lang="en-IN" dirty="0">
                <a:latin typeface="Times New Roman" panose="02020603050405020304" pitchFamily="18" charset="0"/>
                <a:cs typeface="Times New Roman" panose="02020603050405020304" pitchFamily="18" charset="0"/>
              </a:rPr>
              <a:t>1.Login &amp; Registration:</a:t>
            </a:r>
          </a:p>
          <a:p>
            <a:r>
              <a:rPr lang="en-US" sz="2400" dirty="0">
                <a:latin typeface="Times New Roman" panose="02020603050405020304" pitchFamily="18" charset="0"/>
                <a:cs typeface="Times New Roman" panose="02020603050405020304" pitchFamily="18" charset="0"/>
              </a:rPr>
              <a:t>           Customers and Admins login securely</a:t>
            </a:r>
          </a:p>
          <a:p>
            <a:pPr marL="0" indent="0">
              <a:buNone/>
            </a:pPr>
            <a:r>
              <a:rPr lang="en-US" sz="2400" dirty="0">
                <a:latin typeface="Times New Roman" panose="02020603050405020304" pitchFamily="18" charset="0"/>
                <a:cs typeface="Times New Roman" panose="02020603050405020304" pitchFamily="18" charset="0"/>
              </a:rPr>
              <a:t>2.</a:t>
            </a:r>
            <a:r>
              <a:rPr lang="en-IN" sz="16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Admin Dashboard:</a:t>
            </a:r>
          </a:p>
          <a:p>
            <a:r>
              <a:rPr lang="en-I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Admins can manage categories, users, and policies</a:t>
            </a:r>
          </a:p>
          <a:p>
            <a:pPr marL="0" indent="0">
              <a:buNone/>
            </a:pPr>
            <a:r>
              <a:rPr lang="en-US" sz="2400" dirty="0">
                <a:latin typeface="Times New Roman" panose="02020603050405020304" pitchFamily="18" charset="0"/>
                <a:cs typeface="Times New Roman" panose="02020603050405020304" pitchFamily="18" charset="0"/>
              </a:rPr>
              <a:t>3.</a:t>
            </a:r>
            <a:r>
              <a:rPr lang="en-IN" sz="1600" dirty="0"/>
              <a:t> </a:t>
            </a:r>
            <a:r>
              <a:rPr lang="en-IN" sz="2400" dirty="0">
                <a:latin typeface="Times New Roman" panose="02020603050405020304" pitchFamily="18" charset="0"/>
                <a:cs typeface="Times New Roman" panose="02020603050405020304" pitchFamily="18" charset="0"/>
              </a:rPr>
              <a:t>Policy Management:</a:t>
            </a:r>
          </a:p>
          <a:p>
            <a:r>
              <a:rPr lang="en-I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Admins can add/edit/delete policies; customers can view and purchase</a:t>
            </a:r>
          </a:p>
        </p:txBody>
      </p:sp>
      <p:pic>
        <p:nvPicPr>
          <p:cNvPr id="7" name="object 5">
            <a:extLst>
              <a:ext uri="{FF2B5EF4-FFF2-40B4-BE49-F238E27FC236}">
                <a16:creationId xmlns:a16="http://schemas.microsoft.com/office/drawing/2014/main" id="{81DAB134-CCBF-10C8-856B-54B19A07A56A}"/>
              </a:ext>
            </a:extLst>
          </p:cNvPr>
          <p:cNvPicPr/>
          <p:nvPr/>
        </p:nvPicPr>
        <p:blipFill>
          <a:blip r:embed="rId2" cstate="print"/>
          <a:stretch>
            <a:fillRect/>
          </a:stretch>
        </p:blipFill>
        <p:spPr>
          <a:xfrm>
            <a:off x="38100" y="10033"/>
            <a:ext cx="1066799" cy="1022732"/>
          </a:xfrm>
          <a:prstGeom prst="rect">
            <a:avLst/>
          </a:prstGeom>
        </p:spPr>
      </p:pic>
      <p:pic>
        <p:nvPicPr>
          <p:cNvPr id="9" name="Picture 8">
            <a:extLst>
              <a:ext uri="{FF2B5EF4-FFF2-40B4-BE49-F238E27FC236}">
                <a16:creationId xmlns:a16="http://schemas.microsoft.com/office/drawing/2014/main" id="{9BA609B3-50BD-62C0-723A-DF35EACDEF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8477" y="10033"/>
            <a:ext cx="1143000" cy="10572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4000" cy="1050608"/>
          </a:xfrm>
          <a:solidFill>
            <a:schemeClr val="bg2">
              <a:lumMod val="75000"/>
            </a:schemeClr>
          </a:solidFill>
        </p:spPr>
        <p:txBody>
          <a:bodyPr anchor="ctr">
            <a:normAutofit/>
          </a:bodyPr>
          <a:lstStyle/>
          <a:p>
            <a:pPr algn="ctr"/>
            <a:r>
              <a:rPr lang="en-IN" b="1" dirty="0">
                <a:solidFill>
                  <a:schemeClr val="tx1"/>
                </a:solidFill>
                <a:latin typeface="Times New Roman" pitchFamily="18" charset="0"/>
                <a:cs typeface="Times New Roman" pitchFamily="18" charset="0"/>
              </a:rPr>
              <a:t>Module Description (Cont..)</a:t>
            </a:r>
            <a:endParaRPr lang="en-US" b="1"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11</a:t>
            </a:fld>
            <a:endParaRPr lang="en-US" altLang="en-US"/>
          </a:p>
        </p:txBody>
      </p:sp>
      <p:sp>
        <p:nvSpPr>
          <p:cNvPr id="5" name="Content Placeholder 4"/>
          <p:cNvSpPr>
            <a:spLocks noGrp="1"/>
          </p:cNvSpPr>
          <p:nvPr>
            <p:ph sz="quarter" idx="1"/>
          </p:nvPr>
        </p:nvSpPr>
        <p:spPr>
          <a:xfrm>
            <a:off x="381000" y="1200150"/>
            <a:ext cx="8305800" cy="341757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4.</a:t>
            </a:r>
            <a:r>
              <a:rPr lang="en-IN" sz="1600" dirty="0"/>
              <a:t> </a:t>
            </a:r>
            <a:r>
              <a:rPr lang="en-IN" sz="2400" dirty="0">
                <a:latin typeface="Times New Roman" panose="02020603050405020304" pitchFamily="18" charset="0"/>
                <a:cs typeface="Times New Roman" panose="02020603050405020304" pitchFamily="18" charset="0"/>
              </a:rPr>
              <a:t>Premium Payment:</a:t>
            </a:r>
          </a:p>
          <a:p>
            <a:r>
              <a:rPr lang="en-IN" sz="2400" dirty="0">
                <a:latin typeface="Times New Roman" panose="02020603050405020304" pitchFamily="18" charset="0"/>
                <a:cs typeface="Times New Roman" panose="02020603050405020304" pitchFamily="18" charset="0"/>
              </a:rPr>
              <a:t>                    Customers can make payments</a:t>
            </a:r>
          </a:p>
          <a:p>
            <a:pPr marL="0" indent="0">
              <a:buNone/>
            </a:pPr>
            <a:r>
              <a:rPr lang="en-IN" sz="2400" dirty="0">
                <a:latin typeface="Times New Roman" panose="02020603050405020304" pitchFamily="18" charset="0"/>
                <a:cs typeface="Times New Roman" panose="02020603050405020304" pitchFamily="18" charset="0"/>
              </a:rPr>
              <a:t>5.</a:t>
            </a:r>
            <a:r>
              <a:rPr lang="en-IN" sz="1600" dirty="0"/>
              <a:t> </a:t>
            </a:r>
            <a:r>
              <a:rPr lang="en-IN" sz="2400" dirty="0">
                <a:latin typeface="Times New Roman" panose="02020603050405020304" pitchFamily="18" charset="0"/>
                <a:cs typeface="Times New Roman" panose="02020603050405020304" pitchFamily="18" charset="0"/>
              </a:rPr>
              <a:t>Claim Management:</a:t>
            </a:r>
          </a:p>
          <a:p>
            <a:r>
              <a:rPr lang="en-I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Customers submit claims; Admins approve/reject</a:t>
            </a:r>
          </a:p>
          <a:p>
            <a:pPr marL="0" indent="0">
              <a:buNone/>
            </a:pPr>
            <a:r>
              <a:rPr lang="en-US" sz="2400" dirty="0">
                <a:latin typeface="Times New Roman" panose="02020603050405020304" pitchFamily="18" charset="0"/>
                <a:cs typeface="Times New Roman" panose="02020603050405020304" pitchFamily="18" charset="0"/>
              </a:rPr>
              <a:t>6.</a:t>
            </a:r>
            <a:r>
              <a:rPr lang="en-IN" sz="1600" dirty="0"/>
              <a:t> </a:t>
            </a:r>
            <a:r>
              <a:rPr lang="en-IN" sz="2400" dirty="0">
                <a:latin typeface="Times New Roman" panose="02020603050405020304" pitchFamily="18" charset="0"/>
                <a:cs typeface="Times New Roman" panose="02020603050405020304" pitchFamily="18" charset="0"/>
              </a:rPr>
              <a:t>Reports:</a:t>
            </a:r>
          </a:p>
          <a:p>
            <a:r>
              <a:rPr lang="en-I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Admins can view policy and payment reports</a:t>
            </a:r>
            <a:endParaRPr lang="en-IN" sz="2400" dirty="0">
              <a:latin typeface="Times New Roman" panose="02020603050405020304" pitchFamily="18" charset="0"/>
              <a:cs typeface="Times New Roman" panose="02020603050405020304" pitchFamily="18" charset="0"/>
            </a:endParaRPr>
          </a:p>
        </p:txBody>
      </p:sp>
      <p:pic>
        <p:nvPicPr>
          <p:cNvPr id="7" name="object 5">
            <a:extLst>
              <a:ext uri="{FF2B5EF4-FFF2-40B4-BE49-F238E27FC236}">
                <a16:creationId xmlns:a16="http://schemas.microsoft.com/office/drawing/2014/main" id="{926BE19D-C6ED-5D58-C026-8618672FA6A3}"/>
              </a:ext>
            </a:extLst>
          </p:cNvPr>
          <p:cNvPicPr/>
          <p:nvPr/>
        </p:nvPicPr>
        <p:blipFill>
          <a:blip r:embed="rId2" cstate="print"/>
          <a:stretch>
            <a:fillRect/>
          </a:stretch>
        </p:blipFill>
        <p:spPr>
          <a:xfrm>
            <a:off x="38100" y="10033"/>
            <a:ext cx="1066799" cy="1022732"/>
          </a:xfrm>
          <a:prstGeom prst="rect">
            <a:avLst/>
          </a:prstGeom>
        </p:spPr>
      </p:pic>
      <p:pic>
        <p:nvPicPr>
          <p:cNvPr id="9" name="Picture 8">
            <a:extLst>
              <a:ext uri="{FF2B5EF4-FFF2-40B4-BE49-F238E27FC236}">
                <a16:creationId xmlns:a16="http://schemas.microsoft.com/office/drawing/2014/main" id="{3632081E-EFE7-FD79-038D-1F164B510A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8477" y="10033"/>
            <a:ext cx="1143000" cy="10572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57275"/>
          </a:xfrm>
          <a:solidFill>
            <a:schemeClr val="bg2">
              <a:lumMod val="75000"/>
            </a:schemeClr>
          </a:solidFill>
        </p:spPr>
        <p:txBody>
          <a:bodyPr anchor="ctr">
            <a:normAutofit/>
          </a:bodyPr>
          <a:lstStyle/>
          <a:p>
            <a:pPr algn="ctr"/>
            <a:r>
              <a:rPr lang="en-IN" b="1" dirty="0">
                <a:solidFill>
                  <a:schemeClr val="tx1"/>
                </a:solidFill>
                <a:latin typeface="Times New Roman" pitchFamily="18" charset="0"/>
                <a:cs typeface="Times New Roman" pitchFamily="18" charset="0"/>
              </a:rPr>
              <a:t>Results and Discussion</a:t>
            </a:r>
            <a:endParaRPr lang="en-US" b="1"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12</a:t>
            </a:fld>
            <a:endParaRPr lang="en-US" altLang="en-US"/>
          </a:p>
        </p:txBody>
      </p:sp>
      <p:pic>
        <p:nvPicPr>
          <p:cNvPr id="6" name="Content Placeholder 5">
            <a:extLst>
              <a:ext uri="{FF2B5EF4-FFF2-40B4-BE49-F238E27FC236}">
                <a16:creationId xmlns:a16="http://schemas.microsoft.com/office/drawing/2014/main" id="{0F1AC3B1-2C78-1F50-4AA8-27D4C139989C}"/>
              </a:ext>
            </a:extLst>
          </p:cNvPr>
          <p:cNvPicPr>
            <a:picLocks noGrp="1" noChangeAspect="1"/>
          </p:cNvPicPr>
          <p:nvPr>
            <p:ph sz="quarter" idx="1"/>
          </p:nvPr>
        </p:nvPicPr>
        <p:blipFill>
          <a:blip r:embed="rId2"/>
          <a:stretch>
            <a:fillRect/>
          </a:stretch>
        </p:blipFill>
        <p:spPr>
          <a:xfrm>
            <a:off x="457200" y="1456450"/>
            <a:ext cx="8229600" cy="3057688"/>
          </a:xfrm>
        </p:spPr>
      </p:pic>
      <p:pic>
        <p:nvPicPr>
          <p:cNvPr id="7" name="object 5">
            <a:extLst>
              <a:ext uri="{FF2B5EF4-FFF2-40B4-BE49-F238E27FC236}">
                <a16:creationId xmlns:a16="http://schemas.microsoft.com/office/drawing/2014/main" id="{B24E4B68-C14E-2C40-DFFC-BAE492DF9A2C}"/>
              </a:ext>
            </a:extLst>
          </p:cNvPr>
          <p:cNvPicPr/>
          <p:nvPr/>
        </p:nvPicPr>
        <p:blipFill>
          <a:blip r:embed="rId3" cstate="print"/>
          <a:stretch>
            <a:fillRect/>
          </a:stretch>
        </p:blipFill>
        <p:spPr>
          <a:xfrm>
            <a:off x="38100" y="10033"/>
            <a:ext cx="1066799" cy="1022732"/>
          </a:xfrm>
          <a:prstGeom prst="rect">
            <a:avLst/>
          </a:prstGeom>
        </p:spPr>
      </p:pic>
      <p:pic>
        <p:nvPicPr>
          <p:cNvPr id="9" name="Picture 8">
            <a:extLst>
              <a:ext uri="{FF2B5EF4-FFF2-40B4-BE49-F238E27FC236}">
                <a16:creationId xmlns:a16="http://schemas.microsoft.com/office/drawing/2014/main" id="{589CE58A-6154-0648-2BC6-09178E51C6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18477" y="10033"/>
            <a:ext cx="1143000" cy="10572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57274"/>
          </a:xfrm>
          <a:solidFill>
            <a:schemeClr val="bg2">
              <a:lumMod val="75000"/>
            </a:schemeClr>
          </a:solidFill>
        </p:spPr>
        <p:txBody>
          <a:bodyPr anchor="ctr">
            <a:normAutofit/>
          </a:bodyPr>
          <a:lstStyle/>
          <a:p>
            <a:pPr algn="ctr"/>
            <a:r>
              <a:rPr lang="en-IN" b="1" dirty="0">
                <a:solidFill>
                  <a:schemeClr val="tx1"/>
                </a:solidFill>
                <a:latin typeface="Times New Roman" pitchFamily="18" charset="0"/>
                <a:cs typeface="Times New Roman" pitchFamily="18" charset="0"/>
              </a:rPr>
              <a:t>Results and Discussion (Cont..)</a:t>
            </a:r>
            <a:endParaRPr lang="en-US" b="1"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13</a:t>
            </a:fld>
            <a:endParaRPr lang="en-US" altLang="en-US"/>
          </a:p>
        </p:txBody>
      </p:sp>
      <p:pic>
        <p:nvPicPr>
          <p:cNvPr id="6" name="Content Placeholder 5">
            <a:extLst>
              <a:ext uri="{FF2B5EF4-FFF2-40B4-BE49-F238E27FC236}">
                <a16:creationId xmlns:a16="http://schemas.microsoft.com/office/drawing/2014/main" id="{F89A086F-D4AD-6925-67FA-C98BA2DC3390}"/>
              </a:ext>
            </a:extLst>
          </p:cNvPr>
          <p:cNvPicPr>
            <a:picLocks noGrp="1" noChangeAspect="1"/>
          </p:cNvPicPr>
          <p:nvPr>
            <p:ph sz="quarter" idx="1"/>
          </p:nvPr>
        </p:nvPicPr>
        <p:blipFill>
          <a:blip r:embed="rId2"/>
          <a:stretch>
            <a:fillRect/>
          </a:stretch>
        </p:blipFill>
        <p:spPr>
          <a:xfrm>
            <a:off x="1082763" y="1276350"/>
            <a:ext cx="7054674" cy="3341688"/>
          </a:xfrm>
        </p:spPr>
      </p:pic>
      <p:pic>
        <p:nvPicPr>
          <p:cNvPr id="7" name="object 5">
            <a:extLst>
              <a:ext uri="{FF2B5EF4-FFF2-40B4-BE49-F238E27FC236}">
                <a16:creationId xmlns:a16="http://schemas.microsoft.com/office/drawing/2014/main" id="{2A665859-4DC5-6214-78A7-023E1C65D7C6}"/>
              </a:ext>
            </a:extLst>
          </p:cNvPr>
          <p:cNvPicPr/>
          <p:nvPr/>
        </p:nvPicPr>
        <p:blipFill>
          <a:blip r:embed="rId3" cstate="print"/>
          <a:stretch>
            <a:fillRect/>
          </a:stretch>
        </p:blipFill>
        <p:spPr>
          <a:xfrm>
            <a:off x="38100" y="10033"/>
            <a:ext cx="1066799" cy="1022732"/>
          </a:xfrm>
          <a:prstGeom prst="rect">
            <a:avLst/>
          </a:prstGeom>
        </p:spPr>
      </p:pic>
      <p:pic>
        <p:nvPicPr>
          <p:cNvPr id="9" name="Picture 8">
            <a:extLst>
              <a:ext uri="{FF2B5EF4-FFF2-40B4-BE49-F238E27FC236}">
                <a16:creationId xmlns:a16="http://schemas.microsoft.com/office/drawing/2014/main" id="{736013FB-B6C8-FD6D-99F3-FAF1B99E12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18477" y="10033"/>
            <a:ext cx="1143000" cy="10572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FF1E8-7787-07B8-7ED8-351BB708B2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1E57CE-FD68-0148-30CC-1CE7B24F6ABF}"/>
              </a:ext>
            </a:extLst>
          </p:cNvPr>
          <p:cNvSpPr>
            <a:spLocks noGrp="1"/>
          </p:cNvSpPr>
          <p:nvPr>
            <p:ph type="title"/>
          </p:nvPr>
        </p:nvSpPr>
        <p:spPr>
          <a:xfrm>
            <a:off x="0" y="0"/>
            <a:ext cx="9144000" cy="1057274"/>
          </a:xfrm>
          <a:solidFill>
            <a:schemeClr val="bg2">
              <a:lumMod val="75000"/>
            </a:schemeClr>
          </a:solidFill>
        </p:spPr>
        <p:txBody>
          <a:bodyPr anchor="ctr">
            <a:normAutofit/>
          </a:bodyPr>
          <a:lstStyle/>
          <a:p>
            <a:pPr algn="ctr"/>
            <a:r>
              <a:rPr lang="en-IN" b="1" dirty="0">
                <a:solidFill>
                  <a:schemeClr val="tx1"/>
                </a:solidFill>
                <a:latin typeface="Times New Roman" pitchFamily="18" charset="0"/>
                <a:cs typeface="Times New Roman" pitchFamily="18" charset="0"/>
              </a:rPr>
              <a:t>Results and Discussion (Cont..)</a:t>
            </a:r>
            <a:endParaRPr lang="en-US" b="1" dirty="0">
              <a:solidFill>
                <a:schemeClr val="tx1"/>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4134EC64-C9DA-5AE6-4748-D9D8308D0DD6}"/>
              </a:ext>
            </a:extLst>
          </p:cNvPr>
          <p:cNvSpPr>
            <a:spLocks noGrp="1"/>
          </p:cNvSpPr>
          <p:nvPr>
            <p:ph type="sldNum" sz="quarter" idx="12"/>
          </p:nvPr>
        </p:nvSpPr>
        <p:spPr/>
        <p:txBody>
          <a:bodyPr/>
          <a:lstStyle/>
          <a:p>
            <a:pPr>
              <a:defRPr/>
            </a:pPr>
            <a:fld id="{0E14ABD8-B1EB-4C07-9937-C8C4E38BDF00}" type="slidenum">
              <a:rPr lang="en-US" altLang="en-US" smtClean="0"/>
              <a:pPr>
                <a:defRPr/>
              </a:pPr>
              <a:t>14</a:t>
            </a:fld>
            <a:endParaRPr lang="en-US" altLang="en-US"/>
          </a:p>
        </p:txBody>
      </p:sp>
      <p:pic>
        <p:nvPicPr>
          <p:cNvPr id="7" name="object 5">
            <a:extLst>
              <a:ext uri="{FF2B5EF4-FFF2-40B4-BE49-F238E27FC236}">
                <a16:creationId xmlns:a16="http://schemas.microsoft.com/office/drawing/2014/main" id="{0206B92D-594A-B6C5-34B6-E9CC9AF0E726}"/>
              </a:ext>
            </a:extLst>
          </p:cNvPr>
          <p:cNvPicPr/>
          <p:nvPr/>
        </p:nvPicPr>
        <p:blipFill>
          <a:blip r:embed="rId2" cstate="print"/>
          <a:stretch>
            <a:fillRect/>
          </a:stretch>
        </p:blipFill>
        <p:spPr>
          <a:xfrm>
            <a:off x="38100" y="10033"/>
            <a:ext cx="1066799" cy="1022732"/>
          </a:xfrm>
          <a:prstGeom prst="rect">
            <a:avLst/>
          </a:prstGeom>
        </p:spPr>
      </p:pic>
      <p:pic>
        <p:nvPicPr>
          <p:cNvPr id="9" name="Picture 8">
            <a:extLst>
              <a:ext uri="{FF2B5EF4-FFF2-40B4-BE49-F238E27FC236}">
                <a16:creationId xmlns:a16="http://schemas.microsoft.com/office/drawing/2014/main" id="{B15F3C4A-F3B1-E5A5-B70F-17A6FDCDBA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8477" y="10033"/>
            <a:ext cx="1143000" cy="1057275"/>
          </a:xfrm>
          <a:prstGeom prst="rect">
            <a:avLst/>
          </a:prstGeom>
        </p:spPr>
      </p:pic>
      <p:pic>
        <p:nvPicPr>
          <p:cNvPr id="10" name="Content Placeholder 9">
            <a:extLst>
              <a:ext uri="{FF2B5EF4-FFF2-40B4-BE49-F238E27FC236}">
                <a16:creationId xmlns:a16="http://schemas.microsoft.com/office/drawing/2014/main" id="{86ACA121-BC17-4E7C-CC65-828A2F7FDEC5}"/>
              </a:ext>
            </a:extLst>
          </p:cNvPr>
          <p:cNvPicPr>
            <a:picLocks noGrp="1" noChangeAspect="1"/>
          </p:cNvPicPr>
          <p:nvPr>
            <p:ph sz="quarter" idx="1"/>
          </p:nvPr>
        </p:nvPicPr>
        <p:blipFill>
          <a:blip r:embed="rId4"/>
          <a:stretch>
            <a:fillRect/>
          </a:stretch>
        </p:blipFill>
        <p:spPr>
          <a:xfrm>
            <a:off x="571499" y="1077341"/>
            <a:ext cx="7844681" cy="3703638"/>
          </a:xfrm>
        </p:spPr>
      </p:pic>
    </p:spTree>
    <p:extLst>
      <p:ext uri="{BB962C8B-B14F-4D97-AF65-F5344CB8AC3E}">
        <p14:creationId xmlns:p14="http://schemas.microsoft.com/office/powerpoint/2010/main" val="3286898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8C5D6-4AE6-0AC7-618B-1A54349CD3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D769E6-5ACF-2C38-FD0E-B76988797A39}"/>
              </a:ext>
            </a:extLst>
          </p:cNvPr>
          <p:cNvSpPr>
            <a:spLocks noGrp="1"/>
          </p:cNvSpPr>
          <p:nvPr>
            <p:ph type="title"/>
          </p:nvPr>
        </p:nvSpPr>
        <p:spPr>
          <a:xfrm>
            <a:off x="0" y="0"/>
            <a:ext cx="9144000" cy="1057274"/>
          </a:xfrm>
          <a:solidFill>
            <a:schemeClr val="bg2">
              <a:lumMod val="75000"/>
            </a:schemeClr>
          </a:solidFill>
        </p:spPr>
        <p:txBody>
          <a:bodyPr anchor="ctr">
            <a:normAutofit/>
          </a:bodyPr>
          <a:lstStyle/>
          <a:p>
            <a:pPr algn="ctr"/>
            <a:r>
              <a:rPr lang="en-IN" b="1" dirty="0">
                <a:solidFill>
                  <a:schemeClr val="tx1"/>
                </a:solidFill>
                <a:latin typeface="Times New Roman" pitchFamily="18" charset="0"/>
                <a:cs typeface="Times New Roman" pitchFamily="18" charset="0"/>
              </a:rPr>
              <a:t>Results and Discussion (Cont..)</a:t>
            </a:r>
            <a:endParaRPr lang="en-US" b="1" dirty="0">
              <a:solidFill>
                <a:schemeClr val="tx1"/>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F5D00033-E68A-0BFF-A7AB-233FF8457D95}"/>
              </a:ext>
            </a:extLst>
          </p:cNvPr>
          <p:cNvSpPr>
            <a:spLocks noGrp="1"/>
          </p:cNvSpPr>
          <p:nvPr>
            <p:ph type="sldNum" sz="quarter" idx="12"/>
          </p:nvPr>
        </p:nvSpPr>
        <p:spPr/>
        <p:txBody>
          <a:bodyPr/>
          <a:lstStyle/>
          <a:p>
            <a:pPr>
              <a:defRPr/>
            </a:pPr>
            <a:fld id="{0E14ABD8-B1EB-4C07-9937-C8C4E38BDF00}" type="slidenum">
              <a:rPr lang="en-US" altLang="en-US" smtClean="0"/>
              <a:pPr>
                <a:defRPr/>
              </a:pPr>
              <a:t>15</a:t>
            </a:fld>
            <a:endParaRPr lang="en-US" altLang="en-US"/>
          </a:p>
        </p:txBody>
      </p:sp>
      <p:pic>
        <p:nvPicPr>
          <p:cNvPr id="7" name="object 5">
            <a:extLst>
              <a:ext uri="{FF2B5EF4-FFF2-40B4-BE49-F238E27FC236}">
                <a16:creationId xmlns:a16="http://schemas.microsoft.com/office/drawing/2014/main" id="{A350898E-C201-0FCB-6B3C-20E8EF0B73EB}"/>
              </a:ext>
            </a:extLst>
          </p:cNvPr>
          <p:cNvPicPr/>
          <p:nvPr/>
        </p:nvPicPr>
        <p:blipFill>
          <a:blip r:embed="rId2" cstate="print"/>
          <a:stretch>
            <a:fillRect/>
          </a:stretch>
        </p:blipFill>
        <p:spPr>
          <a:xfrm>
            <a:off x="38100" y="10033"/>
            <a:ext cx="1066799" cy="1022732"/>
          </a:xfrm>
          <a:prstGeom prst="rect">
            <a:avLst/>
          </a:prstGeom>
        </p:spPr>
      </p:pic>
      <p:pic>
        <p:nvPicPr>
          <p:cNvPr id="9" name="Picture 8">
            <a:extLst>
              <a:ext uri="{FF2B5EF4-FFF2-40B4-BE49-F238E27FC236}">
                <a16:creationId xmlns:a16="http://schemas.microsoft.com/office/drawing/2014/main" id="{13509CB3-F7B8-181D-9A7E-DD931FCB4C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8477" y="10033"/>
            <a:ext cx="1143000" cy="1057275"/>
          </a:xfrm>
          <a:prstGeom prst="rect">
            <a:avLst/>
          </a:prstGeom>
        </p:spPr>
      </p:pic>
      <p:pic>
        <p:nvPicPr>
          <p:cNvPr id="8" name="Content Placeholder 7">
            <a:extLst>
              <a:ext uri="{FF2B5EF4-FFF2-40B4-BE49-F238E27FC236}">
                <a16:creationId xmlns:a16="http://schemas.microsoft.com/office/drawing/2014/main" id="{C8983702-3575-124B-2797-DB36411D773A}"/>
              </a:ext>
            </a:extLst>
          </p:cNvPr>
          <p:cNvPicPr>
            <a:picLocks noGrp="1" noChangeAspect="1"/>
          </p:cNvPicPr>
          <p:nvPr>
            <p:ph sz="quarter" idx="1"/>
          </p:nvPr>
        </p:nvPicPr>
        <p:blipFill>
          <a:blip r:embed="rId4"/>
          <a:stretch>
            <a:fillRect/>
          </a:stretch>
        </p:blipFill>
        <p:spPr>
          <a:xfrm>
            <a:off x="949374" y="1174750"/>
            <a:ext cx="7245252" cy="3443288"/>
          </a:xfrm>
        </p:spPr>
      </p:pic>
    </p:spTree>
    <p:extLst>
      <p:ext uri="{BB962C8B-B14F-4D97-AF65-F5344CB8AC3E}">
        <p14:creationId xmlns:p14="http://schemas.microsoft.com/office/powerpoint/2010/main" val="42008804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4000" cy="1057275"/>
          </a:xfrm>
          <a:solidFill>
            <a:schemeClr val="bg2">
              <a:lumMod val="75000"/>
            </a:schemeClr>
          </a:solidFill>
        </p:spPr>
        <p:txBody>
          <a:bodyPr anchor="ctr">
            <a:normAutofit/>
          </a:bodyPr>
          <a:lstStyle/>
          <a:p>
            <a:pPr algn="ctr"/>
            <a:r>
              <a:rPr lang="en-IN" b="1" dirty="0">
                <a:solidFill>
                  <a:schemeClr val="tx1"/>
                </a:solidFill>
                <a:latin typeface="Times New Roman" pitchFamily="18" charset="0"/>
                <a:cs typeface="Times New Roman" pitchFamily="18" charset="0"/>
              </a:rPr>
              <a:t>Conclusion</a:t>
            </a:r>
            <a:endParaRPr lang="en-US" b="1"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16</a:t>
            </a:fld>
            <a:endParaRPr lang="en-US" altLang="en-US"/>
          </a:p>
        </p:txBody>
      </p:sp>
      <p:sp>
        <p:nvSpPr>
          <p:cNvPr id="5" name="Content Placeholder 4"/>
          <p:cNvSpPr>
            <a:spLocks noGrp="1"/>
          </p:cNvSpPr>
          <p:nvPr>
            <p:ph sz="quarter" idx="1"/>
          </p:nvPr>
        </p:nvSpPr>
        <p:spPr>
          <a:xfrm>
            <a:off x="457200" y="1276350"/>
            <a:ext cx="8229600" cy="3341370"/>
          </a:xfrm>
        </p:spPr>
        <p:txBody>
          <a:bodyPr/>
          <a:lstStyle/>
          <a:p>
            <a:r>
              <a:rPr lang="en-US" dirty="0">
                <a:latin typeface="Times New Roman" panose="02020603050405020304" pitchFamily="18" charset="0"/>
                <a:cs typeface="Times New Roman" panose="02020603050405020304" pitchFamily="18" charset="0"/>
              </a:rPr>
              <a:t>This Insurance Management System turns the manual insurance process into a digital </a:t>
            </a:r>
            <a:r>
              <a:rPr lang="en-US" dirty="0" err="1">
                <a:latin typeface="Times New Roman" panose="02020603050405020304" pitchFamily="18" charset="0"/>
                <a:cs typeface="Times New Roman" panose="02020603050405020304" pitchFamily="18" charset="0"/>
              </a:rPr>
              <a:t>one.It</a:t>
            </a:r>
            <a:r>
              <a:rPr lang="en-US" dirty="0">
                <a:latin typeface="Times New Roman" panose="02020603050405020304" pitchFamily="18" charset="0"/>
                <a:cs typeface="Times New Roman" panose="02020603050405020304" pitchFamily="18" charset="0"/>
              </a:rPr>
              <a:t> reduces the need for paperwork, makes approvals faster, and safely stores all data in a </a:t>
            </a:r>
            <a:r>
              <a:rPr lang="en-US" dirty="0" err="1">
                <a:latin typeface="Times New Roman" panose="02020603050405020304" pitchFamily="18" charset="0"/>
                <a:cs typeface="Times New Roman" panose="02020603050405020304" pitchFamily="18" charset="0"/>
              </a:rPr>
              <a:t>database.The</a:t>
            </a:r>
            <a:r>
              <a:rPr lang="en-US" dirty="0">
                <a:latin typeface="Times New Roman" panose="02020603050405020304" pitchFamily="18" charset="0"/>
                <a:cs typeface="Times New Roman" panose="02020603050405020304" pitchFamily="18" charset="0"/>
              </a:rPr>
              <a:t> system is simple to use and can be improved or expanded in the future if needed.</a:t>
            </a:r>
          </a:p>
        </p:txBody>
      </p:sp>
      <p:pic>
        <p:nvPicPr>
          <p:cNvPr id="7" name="object 5">
            <a:extLst>
              <a:ext uri="{FF2B5EF4-FFF2-40B4-BE49-F238E27FC236}">
                <a16:creationId xmlns:a16="http://schemas.microsoft.com/office/drawing/2014/main" id="{A10C4F86-F378-BBF0-4E43-0F2D5497AAF7}"/>
              </a:ext>
            </a:extLst>
          </p:cNvPr>
          <p:cNvPicPr/>
          <p:nvPr/>
        </p:nvPicPr>
        <p:blipFill>
          <a:blip r:embed="rId2" cstate="print"/>
          <a:stretch>
            <a:fillRect/>
          </a:stretch>
        </p:blipFill>
        <p:spPr>
          <a:xfrm>
            <a:off x="38100" y="10033"/>
            <a:ext cx="1066799" cy="1022732"/>
          </a:xfrm>
          <a:prstGeom prst="rect">
            <a:avLst/>
          </a:prstGeom>
        </p:spPr>
      </p:pic>
      <p:pic>
        <p:nvPicPr>
          <p:cNvPr id="9" name="Picture 8">
            <a:extLst>
              <a:ext uri="{FF2B5EF4-FFF2-40B4-BE49-F238E27FC236}">
                <a16:creationId xmlns:a16="http://schemas.microsoft.com/office/drawing/2014/main" id="{B641AED6-C429-6436-CE31-56EAB95A28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8477" y="10033"/>
            <a:ext cx="1143000" cy="105727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DB88336-4666-251E-4707-607718066E56}"/>
              </a:ext>
            </a:extLst>
          </p:cNvPr>
          <p:cNvSpPr>
            <a:spLocks noGrp="1"/>
          </p:cNvSpPr>
          <p:nvPr>
            <p:ph type="sldNum" sz="quarter" idx="12"/>
          </p:nvPr>
        </p:nvSpPr>
        <p:spPr/>
        <p:txBody>
          <a:bodyPr/>
          <a:lstStyle/>
          <a:p>
            <a:pPr>
              <a:defRPr/>
            </a:pPr>
            <a:fld id="{4CE540F1-D866-4735-9E65-A1952EADD02D}" type="slidenum">
              <a:rPr lang="en-US" altLang="en-US" smtClean="0"/>
              <a:pPr>
                <a:defRPr/>
              </a:pPr>
              <a:t>17</a:t>
            </a:fld>
            <a:endParaRPr lang="en-US" altLang="en-US" dirty="0"/>
          </a:p>
        </p:txBody>
      </p:sp>
      <p:sp>
        <p:nvSpPr>
          <p:cNvPr id="6" name="Title 1">
            <a:extLst>
              <a:ext uri="{FF2B5EF4-FFF2-40B4-BE49-F238E27FC236}">
                <a16:creationId xmlns:a16="http://schemas.microsoft.com/office/drawing/2014/main" id="{C622646B-3CDF-929A-2318-D91165119579}"/>
              </a:ext>
            </a:extLst>
          </p:cNvPr>
          <p:cNvSpPr txBox="1">
            <a:spLocks/>
          </p:cNvSpPr>
          <p:nvPr/>
        </p:nvSpPr>
        <p:spPr>
          <a:xfrm>
            <a:off x="0" y="1847110"/>
            <a:ext cx="9144000" cy="1664258"/>
          </a:xfrm>
          <a:prstGeom prst="rect">
            <a:avLst/>
          </a:prstGeom>
          <a:solidFill>
            <a:schemeClr val="accent3">
              <a:lumMod val="40000"/>
              <a:lumOff val="60000"/>
            </a:schemeClr>
          </a:solidFill>
        </p:spPr>
        <p:txBody>
          <a:bodyPr>
            <a:normAutofit/>
          </a:bodyPr>
          <a:lstStyle>
            <a:lvl1pPr algn="l" defTabSz="342900" rtl="0" eaLnBrk="1" latinLnBrk="0" hangingPunct="1">
              <a:spcBef>
                <a:spcPct val="0"/>
              </a:spcBef>
              <a:buNone/>
              <a:defRPr sz="21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defRPr/>
            </a:pPr>
            <a:endParaRPr lang="en-IN" sz="3600" dirty="0"/>
          </a:p>
          <a:p>
            <a:pPr algn="ctr">
              <a:defRPr/>
            </a:pPr>
            <a:r>
              <a:rPr lang="en-IN" sz="3600" b="1" dirty="0">
                <a:solidFill>
                  <a:schemeClr val="tx1"/>
                </a:solidFill>
                <a:latin typeface="Times New Roman" pitchFamily="18" charset="0"/>
                <a:cs typeface="Times New Roman" pitchFamily="18" charset="0"/>
              </a:rPr>
              <a:t>THANK YOU </a:t>
            </a:r>
          </a:p>
        </p:txBody>
      </p:sp>
    </p:spTree>
    <p:extLst>
      <p:ext uri="{BB962C8B-B14F-4D97-AF65-F5344CB8AC3E}">
        <p14:creationId xmlns:p14="http://schemas.microsoft.com/office/powerpoint/2010/main" val="428113735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744</Words>
  <Application>Microsoft Office PowerPoint</Application>
  <PresentationFormat>On-screen Show (16:9)</PresentationFormat>
  <Paragraphs>103</Paragraphs>
  <Slides>17</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Bookman Old Style</vt:lpstr>
      <vt:lpstr>Calibri</vt:lpstr>
      <vt:lpstr>Gill Sans</vt:lpstr>
      <vt:lpstr>Gill Sans MT</vt:lpstr>
      <vt:lpstr>Times New Roman</vt:lpstr>
      <vt:lpstr>Wingdings</vt:lpstr>
      <vt:lpstr>Wingdings 3</vt:lpstr>
      <vt:lpstr>Origin</vt:lpstr>
      <vt:lpstr>CGB1221 DATABASE MANAGEMENT SYSTEMS PROJECT REVIEW</vt:lpstr>
      <vt:lpstr>Title of the Project</vt:lpstr>
      <vt:lpstr>Abstract </vt:lpstr>
      <vt:lpstr>Introduction</vt:lpstr>
      <vt:lpstr>Database  - Concepts Used</vt:lpstr>
      <vt:lpstr>Database  - Concepts Used</vt:lpstr>
      <vt:lpstr>Proposed Architecture</vt:lpstr>
      <vt:lpstr>Proposed Architecture - Description</vt:lpstr>
      <vt:lpstr>List of Modules</vt:lpstr>
      <vt:lpstr>Module Description</vt:lpstr>
      <vt:lpstr>Module Description (Cont..)</vt:lpstr>
      <vt:lpstr>Results and Discussion</vt:lpstr>
      <vt:lpstr>Results and Discussion (Cont..)</vt:lpstr>
      <vt:lpstr>Results and Discussion (Cont..)</vt:lpstr>
      <vt:lpstr>Results and Discussion (Cont..)</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Vishal Ammasi</dc:creator>
  <cp:lastModifiedBy>Vishal Ammasi</cp:lastModifiedBy>
  <cp:revision>2</cp:revision>
  <dcterms:modified xsi:type="dcterms:W3CDTF">2025-06-02T17:15:05Z</dcterms:modified>
</cp:coreProperties>
</file>